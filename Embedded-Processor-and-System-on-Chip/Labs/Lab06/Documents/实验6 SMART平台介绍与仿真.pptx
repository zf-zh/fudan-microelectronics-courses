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vsdx" ContentType="application/vnd.ms-visio.drawing"/>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70" r:id="rId4"/>
    <p:sldId id="271" r:id="rId5"/>
    <p:sldId id="272" r:id="rId6"/>
    <p:sldId id="273" r:id="rId7"/>
    <p:sldId id="274" r:id="rId8"/>
    <p:sldId id="275" r:id="rId9"/>
    <p:sldId id="276" r:id="rId10"/>
    <p:sldId id="277" r:id="rId11"/>
    <p:sldId id="258" r:id="rId12"/>
    <p:sldId id="259" r:id="rId13"/>
    <p:sldId id="260" r:id="rId14"/>
    <p:sldId id="266" r:id="rId15"/>
    <p:sldId id="267" r:id="rId16"/>
    <p:sldId id="268" r:id="rId17"/>
    <p:sldId id="261" r:id="rId18"/>
    <p:sldId id="269" r:id="rId19"/>
    <p:sldId id="262" r:id="rId20"/>
    <p:sldId id="264"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9" d="100"/>
          <a:sy n="109" d="100"/>
        </p:scale>
        <p:origin x="63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379ea384f285cb02" providerId="LiveId" clId="{100EA252-67A9-4B0A-A6D0-94B686A1D7AA}"/>
    <pc:docChg chg="undo redo custSel addSld delSld modSld">
      <pc:chgData name="" userId="379ea384f285cb02" providerId="LiveId" clId="{100EA252-67A9-4B0A-A6D0-94B686A1D7AA}" dt="2020-11-10T06:28:28.421" v="3578" actId="20577"/>
      <pc:docMkLst>
        <pc:docMk/>
      </pc:docMkLst>
      <pc:sldChg chg="modSp">
        <pc:chgData name="" userId="379ea384f285cb02" providerId="LiveId" clId="{100EA252-67A9-4B0A-A6D0-94B686A1D7AA}" dt="2020-11-07T08:10:08.179" v="437" actId="2711"/>
        <pc:sldMkLst>
          <pc:docMk/>
          <pc:sldMk cId="2992460946" sldId="256"/>
        </pc:sldMkLst>
        <pc:spChg chg="mod">
          <ac:chgData name="" userId="379ea384f285cb02" providerId="LiveId" clId="{100EA252-67A9-4B0A-A6D0-94B686A1D7AA}" dt="2020-11-07T08:10:08.179" v="437" actId="2711"/>
          <ac:spMkLst>
            <pc:docMk/>
            <pc:sldMk cId="2992460946" sldId="256"/>
            <ac:spMk id="2" creationId="{C0860B01-4A7B-4E2A-8872-35DB2E497BD6}"/>
          </ac:spMkLst>
        </pc:spChg>
        <pc:spChg chg="mod">
          <ac:chgData name="" userId="379ea384f285cb02" providerId="LiveId" clId="{100EA252-67A9-4B0A-A6D0-94B686A1D7AA}" dt="2020-11-07T08:10:08.179" v="437" actId="2711"/>
          <ac:spMkLst>
            <pc:docMk/>
            <pc:sldMk cId="2992460946" sldId="256"/>
            <ac:spMk id="3" creationId="{D11512F0-ABDD-4928-86F8-CF046CCA1095}"/>
          </ac:spMkLst>
        </pc:spChg>
      </pc:sldChg>
      <pc:sldChg chg="modSp">
        <pc:chgData name="" userId="379ea384f285cb02" providerId="LiveId" clId="{100EA252-67A9-4B0A-A6D0-94B686A1D7AA}" dt="2020-11-10T03:23:44.980" v="634" actId="20577"/>
        <pc:sldMkLst>
          <pc:docMk/>
          <pc:sldMk cId="2562978645" sldId="257"/>
        </pc:sldMkLst>
        <pc:spChg chg="mod">
          <ac:chgData name="" userId="379ea384f285cb02" providerId="LiveId" clId="{100EA252-67A9-4B0A-A6D0-94B686A1D7AA}" dt="2020-11-07T08:10:19.475" v="439" actId="2711"/>
          <ac:spMkLst>
            <pc:docMk/>
            <pc:sldMk cId="2562978645" sldId="257"/>
            <ac:spMk id="2" creationId="{CE83CF88-4F44-4720-9752-04DCA857C819}"/>
          </ac:spMkLst>
        </pc:spChg>
        <pc:spChg chg="mod">
          <ac:chgData name="" userId="379ea384f285cb02" providerId="LiveId" clId="{100EA252-67A9-4B0A-A6D0-94B686A1D7AA}" dt="2020-11-10T03:23:44.980" v="634" actId="20577"/>
          <ac:spMkLst>
            <pc:docMk/>
            <pc:sldMk cId="2562978645" sldId="257"/>
            <ac:spMk id="3" creationId="{94F913A4-A527-4AD8-9420-BE186034B569}"/>
          </ac:spMkLst>
        </pc:spChg>
      </pc:sldChg>
      <pc:sldChg chg="modSp">
        <pc:chgData name="" userId="379ea384f285cb02" providerId="LiveId" clId="{100EA252-67A9-4B0A-A6D0-94B686A1D7AA}" dt="2020-11-07T08:10:25.721" v="440" actId="2711"/>
        <pc:sldMkLst>
          <pc:docMk/>
          <pc:sldMk cId="3525492529" sldId="258"/>
        </pc:sldMkLst>
        <pc:spChg chg="mod">
          <ac:chgData name="" userId="379ea384f285cb02" providerId="LiveId" clId="{100EA252-67A9-4B0A-A6D0-94B686A1D7AA}" dt="2020-11-07T08:10:25.721" v="440" actId="2711"/>
          <ac:spMkLst>
            <pc:docMk/>
            <pc:sldMk cId="3525492529" sldId="258"/>
            <ac:spMk id="2" creationId="{81BD3CAE-B5C0-4734-B0CA-ED498F83AA5B}"/>
          </ac:spMkLst>
        </pc:spChg>
        <pc:spChg chg="mod">
          <ac:chgData name="" userId="379ea384f285cb02" providerId="LiveId" clId="{100EA252-67A9-4B0A-A6D0-94B686A1D7AA}" dt="2020-11-07T08:10:25.721" v="440" actId="2711"/>
          <ac:spMkLst>
            <pc:docMk/>
            <pc:sldMk cId="3525492529" sldId="258"/>
            <ac:spMk id="3" creationId="{DF273978-B410-4B67-9999-C1513C410C7E}"/>
          </ac:spMkLst>
        </pc:spChg>
      </pc:sldChg>
      <pc:sldChg chg="modSp">
        <pc:chgData name="" userId="379ea384f285cb02" providerId="LiveId" clId="{100EA252-67A9-4B0A-A6D0-94B686A1D7AA}" dt="2020-11-10T06:22:53.427" v="3515"/>
        <pc:sldMkLst>
          <pc:docMk/>
          <pc:sldMk cId="1417621281" sldId="259"/>
        </pc:sldMkLst>
        <pc:spChg chg="mod">
          <ac:chgData name="" userId="379ea384f285cb02" providerId="LiveId" clId="{100EA252-67A9-4B0A-A6D0-94B686A1D7AA}" dt="2020-11-10T06:22:53.427" v="3515"/>
          <ac:spMkLst>
            <pc:docMk/>
            <pc:sldMk cId="1417621281" sldId="259"/>
            <ac:spMk id="2" creationId="{99814741-A034-4E80-980C-AB0047162648}"/>
          </ac:spMkLst>
        </pc:spChg>
        <pc:spChg chg="mod">
          <ac:chgData name="" userId="379ea384f285cb02" providerId="LiveId" clId="{100EA252-67A9-4B0A-A6D0-94B686A1D7AA}" dt="2020-11-07T08:09:54.504" v="436" actId="2711"/>
          <ac:spMkLst>
            <pc:docMk/>
            <pc:sldMk cId="1417621281" sldId="259"/>
            <ac:spMk id="3" creationId="{37951761-D4AC-4584-8819-CF64F128D247}"/>
          </ac:spMkLst>
        </pc:spChg>
      </pc:sldChg>
      <pc:sldChg chg="modSp">
        <pc:chgData name="" userId="379ea384f285cb02" providerId="LiveId" clId="{100EA252-67A9-4B0A-A6D0-94B686A1D7AA}" dt="2020-11-10T06:22:57.678" v="3516"/>
        <pc:sldMkLst>
          <pc:docMk/>
          <pc:sldMk cId="1988439036" sldId="260"/>
        </pc:sldMkLst>
        <pc:spChg chg="mod">
          <ac:chgData name="" userId="379ea384f285cb02" providerId="LiveId" clId="{100EA252-67A9-4B0A-A6D0-94B686A1D7AA}" dt="2020-11-10T06:22:57.678" v="3516"/>
          <ac:spMkLst>
            <pc:docMk/>
            <pc:sldMk cId="1988439036" sldId="260"/>
            <ac:spMk id="2" creationId="{2029966A-24C4-455F-ACC3-7D516E805E77}"/>
          </ac:spMkLst>
        </pc:spChg>
        <pc:spChg chg="mod">
          <ac:chgData name="" userId="379ea384f285cb02" providerId="LiveId" clId="{100EA252-67A9-4B0A-A6D0-94B686A1D7AA}" dt="2020-11-07T08:10:32.459" v="441" actId="2711"/>
          <ac:spMkLst>
            <pc:docMk/>
            <pc:sldMk cId="1988439036" sldId="260"/>
            <ac:spMk id="3" creationId="{A1717958-BBB8-4786-9875-FBA45F807C6D}"/>
          </ac:spMkLst>
        </pc:spChg>
      </pc:sldChg>
      <pc:sldChg chg="delSp modSp">
        <pc:chgData name="" userId="379ea384f285cb02" providerId="LiveId" clId="{100EA252-67A9-4B0A-A6D0-94B686A1D7AA}" dt="2020-11-07T08:15:34.703" v="470"/>
        <pc:sldMkLst>
          <pc:docMk/>
          <pc:sldMk cId="801773740" sldId="261"/>
        </pc:sldMkLst>
        <pc:spChg chg="mod">
          <ac:chgData name="" userId="379ea384f285cb02" providerId="LiveId" clId="{100EA252-67A9-4B0A-A6D0-94B686A1D7AA}" dt="2020-11-07T08:10:45.138" v="444" actId="2711"/>
          <ac:spMkLst>
            <pc:docMk/>
            <pc:sldMk cId="801773740" sldId="261"/>
            <ac:spMk id="2" creationId="{CC917DFD-BA42-4F20-BB7D-103CE3DFC423}"/>
          </ac:spMkLst>
        </pc:spChg>
        <pc:spChg chg="mod">
          <ac:chgData name="" userId="379ea384f285cb02" providerId="LiveId" clId="{100EA252-67A9-4B0A-A6D0-94B686A1D7AA}" dt="2020-11-07T08:15:31.943" v="469" actId="27636"/>
          <ac:spMkLst>
            <pc:docMk/>
            <pc:sldMk cId="801773740" sldId="261"/>
            <ac:spMk id="3" creationId="{134053C1-D178-43CE-8D93-B1C0AC5C1E78}"/>
          </ac:spMkLst>
        </pc:spChg>
        <pc:picChg chg="del mod">
          <ac:chgData name="" userId="379ea384f285cb02" providerId="LiveId" clId="{100EA252-67A9-4B0A-A6D0-94B686A1D7AA}" dt="2020-11-07T08:15:34.703" v="470"/>
          <ac:picMkLst>
            <pc:docMk/>
            <pc:sldMk cId="801773740" sldId="261"/>
            <ac:picMk id="4" creationId="{37739D09-E803-4451-9648-6159FA964D0B}"/>
          </ac:picMkLst>
        </pc:picChg>
        <pc:picChg chg="del mod">
          <ac:chgData name="" userId="379ea384f285cb02" providerId="LiveId" clId="{100EA252-67A9-4B0A-A6D0-94B686A1D7AA}" dt="2020-11-07T08:14:50.086" v="454" actId="478"/>
          <ac:picMkLst>
            <pc:docMk/>
            <pc:sldMk cId="801773740" sldId="261"/>
            <ac:picMk id="5" creationId="{590CC2A2-F4AA-478E-A253-6FBB66D1F2C1}"/>
          </ac:picMkLst>
        </pc:picChg>
      </pc:sldChg>
      <pc:sldChg chg="modSp">
        <pc:chgData name="" userId="379ea384f285cb02" providerId="LiveId" clId="{100EA252-67A9-4B0A-A6D0-94B686A1D7AA}" dt="2020-11-07T08:11:05.896" v="445" actId="2711"/>
        <pc:sldMkLst>
          <pc:docMk/>
          <pc:sldMk cId="745438541" sldId="262"/>
        </pc:sldMkLst>
        <pc:spChg chg="mod">
          <ac:chgData name="" userId="379ea384f285cb02" providerId="LiveId" clId="{100EA252-67A9-4B0A-A6D0-94B686A1D7AA}" dt="2020-11-07T08:11:05.896" v="445" actId="2711"/>
          <ac:spMkLst>
            <pc:docMk/>
            <pc:sldMk cId="745438541" sldId="262"/>
            <ac:spMk id="2" creationId="{EC10E97A-DFA6-4649-9129-80A69C1A98EE}"/>
          </ac:spMkLst>
        </pc:spChg>
        <pc:spChg chg="mod">
          <ac:chgData name="" userId="379ea384f285cb02" providerId="LiveId" clId="{100EA252-67A9-4B0A-A6D0-94B686A1D7AA}" dt="2020-11-07T08:11:05.896" v="445" actId="2711"/>
          <ac:spMkLst>
            <pc:docMk/>
            <pc:sldMk cId="745438541" sldId="262"/>
            <ac:spMk id="3" creationId="{C5E7A37F-5EE4-4AC4-B51A-C9CAEB7E6152}"/>
          </ac:spMkLst>
        </pc:spChg>
      </pc:sldChg>
      <pc:sldChg chg="modSp">
        <pc:chgData name="" userId="379ea384f285cb02" providerId="LiveId" clId="{100EA252-67A9-4B0A-A6D0-94B686A1D7AA}" dt="2020-11-07T08:11:11.658" v="446" actId="2711"/>
        <pc:sldMkLst>
          <pc:docMk/>
          <pc:sldMk cId="2924285210" sldId="264"/>
        </pc:sldMkLst>
        <pc:spChg chg="mod">
          <ac:chgData name="" userId="379ea384f285cb02" providerId="LiveId" clId="{100EA252-67A9-4B0A-A6D0-94B686A1D7AA}" dt="2020-11-07T08:11:11.658" v="446" actId="2711"/>
          <ac:spMkLst>
            <pc:docMk/>
            <pc:sldMk cId="2924285210" sldId="264"/>
            <ac:spMk id="2" creationId="{AECD2A11-28E9-462A-8C33-1AD2AF124ACD}"/>
          </ac:spMkLst>
        </pc:spChg>
        <pc:spChg chg="mod">
          <ac:chgData name="" userId="379ea384f285cb02" providerId="LiveId" clId="{100EA252-67A9-4B0A-A6D0-94B686A1D7AA}" dt="2020-11-07T08:11:11.658" v="446" actId="2711"/>
          <ac:spMkLst>
            <pc:docMk/>
            <pc:sldMk cId="2924285210" sldId="264"/>
            <ac:spMk id="3" creationId="{20293FEC-FA8A-435E-92AC-16154A20227A}"/>
          </ac:spMkLst>
        </pc:spChg>
      </pc:sldChg>
      <pc:sldChg chg="modSp add">
        <pc:chgData name="" userId="379ea384f285cb02" providerId="LiveId" clId="{100EA252-67A9-4B0A-A6D0-94B686A1D7AA}" dt="2020-11-10T06:23:40.731" v="3526" actId="20577"/>
        <pc:sldMkLst>
          <pc:docMk/>
          <pc:sldMk cId="1031358528" sldId="266"/>
        </pc:sldMkLst>
        <pc:spChg chg="mod">
          <ac:chgData name="" userId="379ea384f285cb02" providerId="LiveId" clId="{100EA252-67A9-4B0A-A6D0-94B686A1D7AA}" dt="2020-11-10T06:23:03.722" v="3517"/>
          <ac:spMkLst>
            <pc:docMk/>
            <pc:sldMk cId="1031358528" sldId="266"/>
            <ac:spMk id="2" creationId="{7E12AE3A-CAEA-4C8A-9EF3-B607AC61C106}"/>
          </ac:spMkLst>
        </pc:spChg>
        <pc:spChg chg="mod">
          <ac:chgData name="" userId="379ea384f285cb02" providerId="LiveId" clId="{100EA252-67A9-4B0A-A6D0-94B686A1D7AA}" dt="2020-11-10T06:23:40.731" v="3526" actId="20577"/>
          <ac:spMkLst>
            <pc:docMk/>
            <pc:sldMk cId="1031358528" sldId="266"/>
            <ac:spMk id="3" creationId="{F64929D2-6D4D-404A-AB33-619EED904F5F}"/>
          </ac:spMkLst>
        </pc:spChg>
      </pc:sldChg>
      <pc:sldChg chg="addSp delSp modSp add">
        <pc:chgData name="" userId="379ea384f285cb02" providerId="LiveId" clId="{100EA252-67A9-4B0A-A6D0-94B686A1D7AA}" dt="2020-11-10T06:23:56.744" v="3535" actId="20577"/>
        <pc:sldMkLst>
          <pc:docMk/>
          <pc:sldMk cId="3453409679" sldId="267"/>
        </pc:sldMkLst>
        <pc:spChg chg="mod">
          <ac:chgData name="" userId="379ea384f285cb02" providerId="LiveId" clId="{100EA252-67A9-4B0A-A6D0-94B686A1D7AA}" dt="2020-11-10T06:23:08.911" v="3518"/>
          <ac:spMkLst>
            <pc:docMk/>
            <pc:sldMk cId="3453409679" sldId="267"/>
            <ac:spMk id="2" creationId="{2F65EF3D-6592-4C90-B610-2A1A5E790E88}"/>
          </ac:spMkLst>
        </pc:spChg>
        <pc:spChg chg="mod">
          <ac:chgData name="" userId="379ea384f285cb02" providerId="LiveId" clId="{100EA252-67A9-4B0A-A6D0-94B686A1D7AA}" dt="2020-11-10T06:23:56.744" v="3535" actId="20577"/>
          <ac:spMkLst>
            <pc:docMk/>
            <pc:sldMk cId="3453409679" sldId="267"/>
            <ac:spMk id="3" creationId="{A1C8E0C0-84D5-419D-A61B-C10D4270BCC9}"/>
          </ac:spMkLst>
        </pc:spChg>
        <pc:spChg chg="add del mod">
          <ac:chgData name="" userId="379ea384f285cb02" providerId="LiveId" clId="{100EA252-67A9-4B0A-A6D0-94B686A1D7AA}" dt="2020-11-07T07:47:51.602" v="144"/>
          <ac:spMkLst>
            <pc:docMk/>
            <pc:sldMk cId="3453409679" sldId="267"/>
            <ac:spMk id="4" creationId="{B845EED9-A0B6-47CF-833A-24058C0E1929}"/>
          </ac:spMkLst>
        </pc:spChg>
        <pc:spChg chg="add mod">
          <ac:chgData name="" userId="379ea384f285cb02" providerId="LiveId" clId="{100EA252-67A9-4B0A-A6D0-94B686A1D7AA}" dt="2020-11-07T08:10:40.387" v="443" actId="2711"/>
          <ac:spMkLst>
            <pc:docMk/>
            <pc:sldMk cId="3453409679" sldId="267"/>
            <ac:spMk id="6" creationId="{E3458FB0-F4E2-4ACA-8F56-D5F46C043763}"/>
          </ac:spMkLst>
        </pc:spChg>
        <pc:graphicFrameChg chg="add del mod">
          <ac:chgData name="" userId="379ea384f285cb02" providerId="LiveId" clId="{100EA252-67A9-4B0A-A6D0-94B686A1D7AA}" dt="2020-11-07T07:47:51.602" v="144"/>
          <ac:graphicFrameMkLst>
            <pc:docMk/>
            <pc:sldMk cId="3453409679" sldId="267"/>
            <ac:graphicFrameMk id="5" creationId="{1938C95E-9885-4584-AD63-BAAF980947E3}"/>
          </ac:graphicFrameMkLst>
        </pc:graphicFrameChg>
        <pc:graphicFrameChg chg="add mod">
          <ac:chgData name="" userId="379ea384f285cb02" providerId="LiveId" clId="{100EA252-67A9-4B0A-A6D0-94B686A1D7AA}" dt="2020-11-07T07:48:19.720" v="158" actId="1076"/>
          <ac:graphicFrameMkLst>
            <pc:docMk/>
            <pc:sldMk cId="3453409679" sldId="267"/>
            <ac:graphicFrameMk id="7" creationId="{67591AA8-4FB0-4D57-AC2E-14C97AB4A00D}"/>
          </ac:graphicFrameMkLst>
        </pc:graphicFrameChg>
      </pc:sldChg>
      <pc:sldChg chg="addSp modSp add">
        <pc:chgData name="" userId="379ea384f285cb02" providerId="LiveId" clId="{100EA252-67A9-4B0A-A6D0-94B686A1D7AA}" dt="2020-11-10T06:24:05.893" v="3543"/>
        <pc:sldMkLst>
          <pc:docMk/>
          <pc:sldMk cId="1938981796" sldId="268"/>
        </pc:sldMkLst>
        <pc:spChg chg="mod">
          <ac:chgData name="" userId="379ea384f285cb02" providerId="LiveId" clId="{100EA252-67A9-4B0A-A6D0-94B686A1D7AA}" dt="2020-11-07T08:16:13.412" v="481"/>
          <ac:spMkLst>
            <pc:docMk/>
            <pc:sldMk cId="1938981796" sldId="268"/>
            <ac:spMk id="2" creationId="{23DFC48F-8CAA-433B-A8D4-2A43BC37E2C6}"/>
          </ac:spMkLst>
        </pc:spChg>
        <pc:spChg chg="mod">
          <ac:chgData name="" userId="379ea384f285cb02" providerId="LiveId" clId="{100EA252-67A9-4B0A-A6D0-94B686A1D7AA}" dt="2020-11-10T06:24:05.893" v="3543"/>
          <ac:spMkLst>
            <pc:docMk/>
            <pc:sldMk cId="1938981796" sldId="268"/>
            <ac:spMk id="3" creationId="{5E029196-0B09-4365-8302-AFAC6D266836}"/>
          </ac:spMkLst>
        </pc:spChg>
        <pc:picChg chg="add mod">
          <ac:chgData name="" userId="379ea384f285cb02" providerId="LiveId" clId="{100EA252-67A9-4B0A-A6D0-94B686A1D7AA}" dt="2020-11-07T08:16:28.904" v="483" actId="14100"/>
          <ac:picMkLst>
            <pc:docMk/>
            <pc:sldMk cId="1938981796" sldId="268"/>
            <ac:picMk id="4" creationId="{ED86CEA5-2C5D-463C-BA83-E12E270064D5}"/>
          </ac:picMkLst>
        </pc:picChg>
      </pc:sldChg>
      <pc:sldChg chg="modSp add">
        <pc:chgData name="" userId="379ea384f285cb02" providerId="LiveId" clId="{100EA252-67A9-4B0A-A6D0-94B686A1D7AA}" dt="2020-11-07T08:20:28.585" v="599"/>
        <pc:sldMkLst>
          <pc:docMk/>
          <pc:sldMk cId="2009746131" sldId="269"/>
        </pc:sldMkLst>
        <pc:spChg chg="mod">
          <ac:chgData name="" userId="379ea384f285cb02" providerId="LiveId" clId="{100EA252-67A9-4B0A-A6D0-94B686A1D7AA}" dt="2020-11-07T08:19:56.733" v="593"/>
          <ac:spMkLst>
            <pc:docMk/>
            <pc:sldMk cId="2009746131" sldId="269"/>
            <ac:spMk id="2" creationId="{6D53D222-6C32-4147-89BE-2A5BA46266C1}"/>
          </ac:spMkLst>
        </pc:spChg>
        <pc:spChg chg="mod">
          <ac:chgData name="" userId="379ea384f285cb02" providerId="LiveId" clId="{100EA252-67A9-4B0A-A6D0-94B686A1D7AA}" dt="2020-11-07T08:20:28.585" v="599"/>
          <ac:spMkLst>
            <pc:docMk/>
            <pc:sldMk cId="2009746131" sldId="269"/>
            <ac:spMk id="3" creationId="{4B15C9E2-072B-42CF-A5E9-5B0DF2053362}"/>
          </ac:spMkLst>
        </pc:spChg>
      </pc:sldChg>
      <pc:sldChg chg="addSp modSp add modNotesTx">
        <pc:chgData name="" userId="379ea384f285cb02" providerId="LiveId" clId="{100EA252-67A9-4B0A-A6D0-94B686A1D7AA}" dt="2020-11-10T06:28:28.421" v="3578" actId="20577"/>
        <pc:sldMkLst>
          <pc:docMk/>
          <pc:sldMk cId="3543478105" sldId="270"/>
        </pc:sldMkLst>
        <pc:spChg chg="mod">
          <ac:chgData name="" userId="379ea384f285cb02" providerId="LiveId" clId="{100EA252-67A9-4B0A-A6D0-94B686A1D7AA}" dt="2020-11-10T03:23:53.385" v="636" actId="20577"/>
          <ac:spMkLst>
            <pc:docMk/>
            <pc:sldMk cId="3543478105" sldId="270"/>
            <ac:spMk id="2" creationId="{F2E11FD9-A0D2-4C67-8E04-FA837421A705}"/>
          </ac:spMkLst>
        </pc:spChg>
        <pc:spChg chg="mod">
          <ac:chgData name="" userId="379ea384f285cb02" providerId="LiveId" clId="{100EA252-67A9-4B0A-A6D0-94B686A1D7AA}" dt="2020-11-10T03:39:59.814" v="879" actId="14100"/>
          <ac:spMkLst>
            <pc:docMk/>
            <pc:sldMk cId="3543478105" sldId="270"/>
            <ac:spMk id="3" creationId="{BF320528-EF08-4068-A8A4-8784DEEE168B}"/>
          </ac:spMkLst>
        </pc:spChg>
        <pc:picChg chg="add mod">
          <ac:chgData name="" userId="379ea384f285cb02" providerId="LiveId" clId="{100EA252-67A9-4B0A-A6D0-94B686A1D7AA}" dt="2020-11-10T03:40:24.501" v="882" actId="14100"/>
          <ac:picMkLst>
            <pc:docMk/>
            <pc:sldMk cId="3543478105" sldId="270"/>
            <ac:picMk id="5" creationId="{5E3DAEF3-9676-47F5-B604-76AC1351D554}"/>
          </ac:picMkLst>
        </pc:picChg>
      </pc:sldChg>
      <pc:sldChg chg="modSp add">
        <pc:chgData name="" userId="379ea384f285cb02" providerId="LiveId" clId="{100EA252-67A9-4B0A-A6D0-94B686A1D7AA}" dt="2020-11-10T06:15:43.431" v="3474"/>
        <pc:sldMkLst>
          <pc:docMk/>
          <pc:sldMk cId="3150188896" sldId="271"/>
        </pc:sldMkLst>
        <pc:spChg chg="mod">
          <ac:chgData name="" userId="379ea384f285cb02" providerId="LiveId" clId="{100EA252-67A9-4B0A-A6D0-94B686A1D7AA}" dt="2020-11-10T04:47:32.848" v="1519"/>
          <ac:spMkLst>
            <pc:docMk/>
            <pc:sldMk cId="3150188896" sldId="271"/>
            <ac:spMk id="2" creationId="{C2F28F49-D3C0-484E-99A1-9898A680C32F}"/>
          </ac:spMkLst>
        </pc:spChg>
        <pc:spChg chg="mod">
          <ac:chgData name="" userId="379ea384f285cb02" providerId="LiveId" clId="{100EA252-67A9-4B0A-A6D0-94B686A1D7AA}" dt="2020-11-10T06:15:43.431" v="3474"/>
          <ac:spMkLst>
            <pc:docMk/>
            <pc:sldMk cId="3150188896" sldId="271"/>
            <ac:spMk id="3" creationId="{44CF18E5-3384-4A4F-AE60-A74742DE084F}"/>
          </ac:spMkLst>
        </pc:spChg>
      </pc:sldChg>
      <pc:sldChg chg="modSp add">
        <pc:chgData name="" userId="379ea384f285cb02" providerId="LiveId" clId="{100EA252-67A9-4B0A-A6D0-94B686A1D7AA}" dt="2020-11-10T04:47:40.287" v="1525"/>
        <pc:sldMkLst>
          <pc:docMk/>
          <pc:sldMk cId="602519578" sldId="272"/>
        </pc:sldMkLst>
        <pc:spChg chg="mod">
          <ac:chgData name="" userId="379ea384f285cb02" providerId="LiveId" clId="{100EA252-67A9-4B0A-A6D0-94B686A1D7AA}" dt="2020-11-10T04:47:40.287" v="1525"/>
          <ac:spMkLst>
            <pc:docMk/>
            <pc:sldMk cId="602519578" sldId="272"/>
            <ac:spMk id="2" creationId="{82C40068-81D5-4C82-9ECF-DFC0452DE2BD}"/>
          </ac:spMkLst>
        </pc:spChg>
        <pc:spChg chg="mod">
          <ac:chgData name="" userId="379ea384f285cb02" providerId="LiveId" clId="{100EA252-67A9-4B0A-A6D0-94B686A1D7AA}" dt="2020-11-10T04:33:23.699" v="1462"/>
          <ac:spMkLst>
            <pc:docMk/>
            <pc:sldMk cId="602519578" sldId="272"/>
            <ac:spMk id="3" creationId="{55513210-29F0-4A90-AF68-40D5884CC014}"/>
          </ac:spMkLst>
        </pc:spChg>
      </pc:sldChg>
      <pc:sldChg chg="modSp add">
        <pc:chgData name="" userId="379ea384f285cb02" providerId="LiveId" clId="{100EA252-67A9-4B0A-A6D0-94B686A1D7AA}" dt="2020-11-10T06:19:38.626" v="3494"/>
        <pc:sldMkLst>
          <pc:docMk/>
          <pc:sldMk cId="451331140" sldId="273"/>
        </pc:sldMkLst>
        <pc:spChg chg="mod">
          <ac:chgData name="" userId="379ea384f285cb02" providerId="LiveId" clId="{100EA252-67A9-4B0A-A6D0-94B686A1D7AA}" dt="2020-11-10T05:22:05.660" v="2418" actId="20577"/>
          <ac:spMkLst>
            <pc:docMk/>
            <pc:sldMk cId="451331140" sldId="273"/>
            <ac:spMk id="2" creationId="{615CCAF7-B1C6-47FA-BCED-A6F75264B74B}"/>
          </ac:spMkLst>
        </pc:spChg>
        <pc:spChg chg="mod">
          <ac:chgData name="" userId="379ea384f285cb02" providerId="LiveId" clId="{100EA252-67A9-4B0A-A6D0-94B686A1D7AA}" dt="2020-11-10T06:19:38.626" v="3494"/>
          <ac:spMkLst>
            <pc:docMk/>
            <pc:sldMk cId="451331140" sldId="273"/>
            <ac:spMk id="3" creationId="{38D1E5F7-A3D2-48C8-A8F2-D8338698D6C0}"/>
          </ac:spMkLst>
        </pc:spChg>
      </pc:sldChg>
      <pc:sldChg chg="modSp add">
        <pc:chgData name="" userId="379ea384f285cb02" providerId="LiveId" clId="{100EA252-67A9-4B0A-A6D0-94B686A1D7AA}" dt="2020-11-10T06:20:15.788" v="3506"/>
        <pc:sldMkLst>
          <pc:docMk/>
          <pc:sldMk cId="2274892514" sldId="274"/>
        </pc:sldMkLst>
        <pc:spChg chg="mod">
          <ac:chgData name="" userId="379ea384f285cb02" providerId="LiveId" clId="{100EA252-67A9-4B0A-A6D0-94B686A1D7AA}" dt="2020-11-10T05:22:13.806" v="2420" actId="20577"/>
          <ac:spMkLst>
            <pc:docMk/>
            <pc:sldMk cId="2274892514" sldId="274"/>
            <ac:spMk id="2" creationId="{851D32B2-3355-48B6-961C-50E037436210}"/>
          </ac:spMkLst>
        </pc:spChg>
        <pc:spChg chg="mod">
          <ac:chgData name="" userId="379ea384f285cb02" providerId="LiveId" clId="{100EA252-67A9-4B0A-A6D0-94B686A1D7AA}" dt="2020-11-10T06:20:15.788" v="3506"/>
          <ac:spMkLst>
            <pc:docMk/>
            <pc:sldMk cId="2274892514" sldId="274"/>
            <ac:spMk id="3" creationId="{7815C1D2-92DF-479F-B557-5B1EA4CC05B0}"/>
          </ac:spMkLst>
        </pc:spChg>
      </pc:sldChg>
      <pc:sldChg chg="addSp modSp add">
        <pc:chgData name="" userId="379ea384f285cb02" providerId="LiveId" clId="{100EA252-67A9-4B0A-A6D0-94B686A1D7AA}" dt="2020-11-10T06:19:23.684" v="3490"/>
        <pc:sldMkLst>
          <pc:docMk/>
          <pc:sldMk cId="2854831004" sldId="275"/>
        </pc:sldMkLst>
        <pc:spChg chg="mod">
          <ac:chgData name="" userId="379ea384f285cb02" providerId="LiveId" clId="{100EA252-67A9-4B0A-A6D0-94B686A1D7AA}" dt="2020-11-10T05:22:16.374" v="2422" actId="20577"/>
          <ac:spMkLst>
            <pc:docMk/>
            <pc:sldMk cId="2854831004" sldId="275"/>
            <ac:spMk id="2" creationId="{5F7A51B5-9F98-4622-9CED-7AA4FE2B99C0}"/>
          </ac:spMkLst>
        </pc:spChg>
        <pc:spChg chg="mod">
          <ac:chgData name="" userId="379ea384f285cb02" providerId="LiveId" clId="{100EA252-67A9-4B0A-A6D0-94B686A1D7AA}" dt="2020-11-10T06:19:23.684" v="3490"/>
          <ac:spMkLst>
            <pc:docMk/>
            <pc:sldMk cId="2854831004" sldId="275"/>
            <ac:spMk id="3" creationId="{C3AC3F89-4996-42AA-B369-523714BF1897}"/>
          </ac:spMkLst>
        </pc:spChg>
        <pc:spChg chg="add mod">
          <ac:chgData name="" userId="379ea384f285cb02" providerId="LiveId" clId="{100EA252-67A9-4B0A-A6D0-94B686A1D7AA}" dt="2020-11-10T05:53:45.036" v="3039" actId="2711"/>
          <ac:spMkLst>
            <pc:docMk/>
            <pc:sldMk cId="2854831004" sldId="275"/>
            <ac:spMk id="6" creationId="{AE8AD649-82B2-439D-923E-62A8ED7C705B}"/>
          </ac:spMkLst>
        </pc:spChg>
        <pc:spChg chg="add mod">
          <ac:chgData name="" userId="379ea384f285cb02" providerId="LiveId" clId="{100EA252-67A9-4B0A-A6D0-94B686A1D7AA}" dt="2020-11-10T05:54:03.692" v="3048" actId="1037"/>
          <ac:spMkLst>
            <pc:docMk/>
            <pc:sldMk cId="2854831004" sldId="275"/>
            <ac:spMk id="7" creationId="{9911F2CA-BDE9-456C-92F8-B9A26454E7E1}"/>
          </ac:spMkLst>
        </pc:spChg>
        <pc:picChg chg="add mod">
          <ac:chgData name="" userId="379ea384f285cb02" providerId="LiveId" clId="{100EA252-67A9-4B0A-A6D0-94B686A1D7AA}" dt="2020-11-10T05:22:59.261" v="2426" actId="1076"/>
          <ac:picMkLst>
            <pc:docMk/>
            <pc:sldMk cId="2854831004" sldId="275"/>
            <ac:picMk id="4" creationId="{15EB9DFD-BF7C-4625-ACB7-37D24F708A97}"/>
          </ac:picMkLst>
        </pc:picChg>
        <pc:picChg chg="add mod">
          <ac:chgData name="" userId="379ea384f285cb02" providerId="LiveId" clId="{100EA252-67A9-4B0A-A6D0-94B686A1D7AA}" dt="2020-11-10T05:23:37.747" v="2428" actId="1076"/>
          <ac:picMkLst>
            <pc:docMk/>
            <pc:sldMk cId="2854831004" sldId="275"/>
            <ac:picMk id="5" creationId="{25B1265B-E588-45CD-A69A-59DCB1C737FD}"/>
          </ac:picMkLst>
        </pc:picChg>
      </pc:sldChg>
      <pc:sldChg chg="modSp add">
        <pc:chgData name="" userId="379ea384f285cb02" providerId="LiveId" clId="{100EA252-67A9-4B0A-A6D0-94B686A1D7AA}" dt="2020-11-10T06:21:20.732" v="3514"/>
        <pc:sldMkLst>
          <pc:docMk/>
          <pc:sldMk cId="3238322458" sldId="276"/>
        </pc:sldMkLst>
        <pc:spChg chg="mod">
          <ac:chgData name="" userId="379ea384f285cb02" providerId="LiveId" clId="{100EA252-67A9-4B0A-A6D0-94B686A1D7AA}" dt="2020-11-10T05:33:29.580" v="2718"/>
          <ac:spMkLst>
            <pc:docMk/>
            <pc:sldMk cId="3238322458" sldId="276"/>
            <ac:spMk id="2" creationId="{CB98E40F-EF4A-4723-9B5A-1A0A9E0DC0DC}"/>
          </ac:spMkLst>
        </pc:spChg>
        <pc:spChg chg="mod">
          <ac:chgData name="" userId="379ea384f285cb02" providerId="LiveId" clId="{100EA252-67A9-4B0A-A6D0-94B686A1D7AA}" dt="2020-11-10T06:21:20.732" v="3514"/>
          <ac:spMkLst>
            <pc:docMk/>
            <pc:sldMk cId="3238322458" sldId="276"/>
            <ac:spMk id="3" creationId="{BEBEC808-F9BD-435A-AECF-37E5573BCBA1}"/>
          </ac:spMkLst>
        </pc:spChg>
      </pc:sldChg>
      <pc:sldChg chg="modSp add">
        <pc:chgData name="" userId="379ea384f285cb02" providerId="LiveId" clId="{100EA252-67A9-4B0A-A6D0-94B686A1D7AA}" dt="2020-11-10T06:13:28.363" v="3469" actId="14100"/>
        <pc:sldMkLst>
          <pc:docMk/>
          <pc:sldMk cId="330474891" sldId="277"/>
        </pc:sldMkLst>
        <pc:spChg chg="mod">
          <ac:chgData name="" userId="379ea384f285cb02" providerId="LiveId" clId="{100EA252-67A9-4B0A-A6D0-94B686A1D7AA}" dt="2020-11-10T06:13:23.111" v="3468" actId="2711"/>
          <ac:spMkLst>
            <pc:docMk/>
            <pc:sldMk cId="330474891" sldId="277"/>
            <ac:spMk id="2" creationId="{1B046663-0D55-4617-A0E1-E054A323B112}"/>
          </ac:spMkLst>
        </pc:spChg>
        <pc:spChg chg="mod">
          <ac:chgData name="" userId="379ea384f285cb02" providerId="LiveId" clId="{100EA252-67A9-4B0A-A6D0-94B686A1D7AA}" dt="2020-11-10T06:13:28.363" v="3469" actId="14100"/>
          <ac:spMkLst>
            <pc:docMk/>
            <pc:sldMk cId="330474891" sldId="277"/>
            <ac:spMk id="3" creationId="{EBBE0835-B715-4EDE-B82A-9DAA8B7120BE}"/>
          </ac:spMkLst>
        </pc:spChg>
      </pc:sldChg>
    </pc:docChg>
  </pc:docChgLst>
  <pc:docChgLst>
    <pc:chgData userId="379ea384f285cb02" providerId="LiveId" clId="{D7C681ED-4C25-44FF-BA82-60975436AF98}"/>
    <pc:docChg chg="modSld">
      <pc:chgData name="" userId="379ea384f285cb02" providerId="LiveId" clId="{D7C681ED-4C25-44FF-BA82-60975436AF98}" dt="2020-09-20T04:37:10.355" v="84" actId="20577"/>
      <pc:docMkLst>
        <pc:docMk/>
      </pc:docMkLst>
      <pc:sldChg chg="modSp">
        <pc:chgData name="" userId="379ea384f285cb02" providerId="LiveId" clId="{D7C681ED-4C25-44FF-BA82-60975436AF98}" dt="2020-09-20T04:36:30.776" v="76"/>
        <pc:sldMkLst>
          <pc:docMk/>
          <pc:sldMk cId="3525492529" sldId="258"/>
        </pc:sldMkLst>
        <pc:spChg chg="mod">
          <ac:chgData name="" userId="379ea384f285cb02" providerId="LiveId" clId="{D7C681ED-4C25-44FF-BA82-60975436AF98}" dt="2020-09-20T04:36:30.776" v="76"/>
          <ac:spMkLst>
            <pc:docMk/>
            <pc:sldMk cId="3525492529" sldId="258"/>
            <ac:spMk id="3" creationId="{DF273978-B410-4B67-9999-C1513C410C7E}"/>
          </ac:spMkLst>
        </pc:spChg>
      </pc:sldChg>
      <pc:sldChg chg="modSp">
        <pc:chgData name="" userId="379ea384f285cb02" providerId="LiveId" clId="{D7C681ED-4C25-44FF-BA82-60975436AF98}" dt="2020-09-20T04:37:10.355" v="84" actId="20577"/>
        <pc:sldMkLst>
          <pc:docMk/>
          <pc:sldMk cId="745438541" sldId="262"/>
        </pc:sldMkLst>
        <pc:spChg chg="mod">
          <ac:chgData name="" userId="379ea384f285cb02" providerId="LiveId" clId="{D7C681ED-4C25-44FF-BA82-60975436AF98}" dt="2020-09-20T04:37:10.355" v="84" actId="20577"/>
          <ac:spMkLst>
            <pc:docMk/>
            <pc:sldMk cId="745438541" sldId="262"/>
            <ac:spMk id="3" creationId="{C5E7A37F-5EE4-4AC4-B51A-C9CAEB7E6152}"/>
          </ac:spMkLst>
        </pc:spChg>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435B14-35A9-462F-9DE8-F974457B4BC5}" type="datetimeFigureOut">
              <a:rPr lang="zh-CN" altLang="en-US" smtClean="0"/>
              <a:t>2020/11/11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B427E5-D0E5-4436-9693-009ACE9CB637}" type="slidenum">
              <a:rPr lang="zh-CN" altLang="en-US" smtClean="0"/>
              <a:t>‹#›</a:t>
            </a:fld>
            <a:endParaRPr lang="zh-CN" altLang="en-US"/>
          </a:p>
        </p:txBody>
      </p:sp>
    </p:spTree>
    <p:extLst>
      <p:ext uri="{BB962C8B-B14F-4D97-AF65-F5344CB8AC3E}">
        <p14:creationId xmlns:p14="http://schemas.microsoft.com/office/powerpoint/2010/main" val="792895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参考</a:t>
            </a:r>
            <a:r>
              <a:rPr lang="en-US" altLang="zh-CN" dirty="0"/>
              <a:t>SoC</a:t>
            </a:r>
            <a:r>
              <a:rPr lang="zh-CN" altLang="en-US" dirty="0"/>
              <a:t>设计方法与实现（第</a:t>
            </a:r>
            <a:r>
              <a:rPr lang="en-US" altLang="zh-CN" dirty="0"/>
              <a:t>3</a:t>
            </a:r>
            <a:r>
              <a:rPr lang="zh-CN" altLang="en-US" dirty="0"/>
              <a:t>版）郭炜、魏继增、郭筝、谢憬著 电子工业出版社</a:t>
            </a:r>
          </a:p>
        </p:txBody>
      </p:sp>
      <p:sp>
        <p:nvSpPr>
          <p:cNvPr id="4" name="灯片编号占位符 3"/>
          <p:cNvSpPr>
            <a:spLocks noGrp="1"/>
          </p:cNvSpPr>
          <p:nvPr>
            <p:ph type="sldNum" sz="quarter" idx="5"/>
          </p:nvPr>
        </p:nvSpPr>
        <p:spPr/>
        <p:txBody>
          <a:bodyPr/>
          <a:lstStyle/>
          <a:p>
            <a:fld id="{0DB427E5-D0E5-4436-9693-009ACE9CB637}" type="slidenum">
              <a:rPr lang="zh-CN" altLang="en-US" smtClean="0"/>
              <a:t>3</a:t>
            </a:fld>
            <a:endParaRPr lang="zh-CN" altLang="en-US"/>
          </a:p>
        </p:txBody>
      </p:sp>
    </p:spTree>
    <p:extLst>
      <p:ext uri="{BB962C8B-B14F-4D97-AF65-F5344CB8AC3E}">
        <p14:creationId xmlns:p14="http://schemas.microsoft.com/office/powerpoint/2010/main" val="28973097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参考</a:t>
            </a:r>
            <a:r>
              <a:rPr lang="en-US" altLang="zh-CN" dirty="0"/>
              <a:t>SoC</a:t>
            </a:r>
            <a:r>
              <a:rPr lang="zh-CN" altLang="en-US" dirty="0"/>
              <a:t>设计方法与实现（第</a:t>
            </a:r>
            <a:r>
              <a:rPr lang="en-US" altLang="zh-CN" dirty="0"/>
              <a:t>3</a:t>
            </a:r>
            <a:r>
              <a:rPr lang="zh-CN" altLang="en-US" dirty="0"/>
              <a:t>版）郭炜、魏继增、郭筝、谢憬著 电子工业出版社</a:t>
            </a:r>
          </a:p>
          <a:p>
            <a:endParaRPr lang="zh-CN" altLang="en-US" dirty="0"/>
          </a:p>
        </p:txBody>
      </p:sp>
      <p:sp>
        <p:nvSpPr>
          <p:cNvPr id="4" name="灯片编号占位符 3"/>
          <p:cNvSpPr>
            <a:spLocks noGrp="1"/>
          </p:cNvSpPr>
          <p:nvPr>
            <p:ph type="sldNum" sz="quarter" idx="5"/>
          </p:nvPr>
        </p:nvSpPr>
        <p:spPr/>
        <p:txBody>
          <a:bodyPr/>
          <a:lstStyle/>
          <a:p>
            <a:fld id="{0DB427E5-D0E5-4436-9693-009ACE9CB637}" type="slidenum">
              <a:rPr lang="zh-CN" altLang="en-US" smtClean="0"/>
              <a:t>4</a:t>
            </a:fld>
            <a:endParaRPr lang="zh-CN" altLang="en-US"/>
          </a:p>
        </p:txBody>
      </p:sp>
    </p:spTree>
    <p:extLst>
      <p:ext uri="{BB962C8B-B14F-4D97-AF65-F5344CB8AC3E}">
        <p14:creationId xmlns:p14="http://schemas.microsoft.com/office/powerpoint/2010/main" val="8253497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参考</a:t>
            </a:r>
            <a:r>
              <a:rPr lang="en-US" altLang="zh-CN" dirty="0"/>
              <a:t>SoC</a:t>
            </a:r>
            <a:r>
              <a:rPr lang="zh-CN" altLang="en-US" dirty="0"/>
              <a:t>设计方法与实现（第</a:t>
            </a:r>
            <a:r>
              <a:rPr lang="en-US" altLang="zh-CN" dirty="0"/>
              <a:t>3</a:t>
            </a:r>
            <a:r>
              <a:rPr lang="zh-CN" altLang="en-US" dirty="0"/>
              <a:t>版）郭炜、魏继增、郭筝、谢憬著 电子工业出版社</a:t>
            </a:r>
          </a:p>
          <a:p>
            <a:endParaRPr lang="zh-CN" altLang="en-US" dirty="0"/>
          </a:p>
        </p:txBody>
      </p:sp>
      <p:sp>
        <p:nvSpPr>
          <p:cNvPr id="4" name="灯片编号占位符 3"/>
          <p:cNvSpPr>
            <a:spLocks noGrp="1"/>
          </p:cNvSpPr>
          <p:nvPr>
            <p:ph type="sldNum" sz="quarter" idx="5"/>
          </p:nvPr>
        </p:nvSpPr>
        <p:spPr/>
        <p:txBody>
          <a:bodyPr/>
          <a:lstStyle/>
          <a:p>
            <a:fld id="{0DB427E5-D0E5-4436-9693-009ACE9CB637}" type="slidenum">
              <a:rPr lang="zh-CN" altLang="en-US" smtClean="0"/>
              <a:t>5</a:t>
            </a:fld>
            <a:endParaRPr lang="zh-CN" altLang="en-US"/>
          </a:p>
        </p:txBody>
      </p:sp>
    </p:spTree>
    <p:extLst>
      <p:ext uri="{BB962C8B-B14F-4D97-AF65-F5344CB8AC3E}">
        <p14:creationId xmlns:p14="http://schemas.microsoft.com/office/powerpoint/2010/main" val="15892466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参考</a:t>
            </a:r>
            <a:r>
              <a:rPr lang="en-US" altLang="zh-CN" dirty="0"/>
              <a:t>SoC</a:t>
            </a:r>
            <a:r>
              <a:rPr lang="zh-CN" altLang="en-US" dirty="0"/>
              <a:t>设计方法与实现（第</a:t>
            </a:r>
            <a:r>
              <a:rPr lang="en-US" altLang="zh-CN" dirty="0"/>
              <a:t>3</a:t>
            </a:r>
            <a:r>
              <a:rPr lang="zh-CN" altLang="en-US" dirty="0"/>
              <a:t>版）郭炜、魏继增、郭筝、谢憬著 电子工业出版社</a:t>
            </a:r>
          </a:p>
          <a:p>
            <a:endParaRPr lang="zh-CN" altLang="en-US" dirty="0"/>
          </a:p>
        </p:txBody>
      </p:sp>
      <p:sp>
        <p:nvSpPr>
          <p:cNvPr id="4" name="灯片编号占位符 3"/>
          <p:cNvSpPr>
            <a:spLocks noGrp="1"/>
          </p:cNvSpPr>
          <p:nvPr>
            <p:ph type="sldNum" sz="quarter" idx="5"/>
          </p:nvPr>
        </p:nvSpPr>
        <p:spPr/>
        <p:txBody>
          <a:bodyPr/>
          <a:lstStyle/>
          <a:p>
            <a:fld id="{0DB427E5-D0E5-4436-9693-009ACE9CB637}" type="slidenum">
              <a:rPr lang="zh-CN" altLang="en-US" smtClean="0"/>
              <a:t>6</a:t>
            </a:fld>
            <a:endParaRPr lang="zh-CN" altLang="en-US"/>
          </a:p>
        </p:txBody>
      </p:sp>
    </p:spTree>
    <p:extLst>
      <p:ext uri="{BB962C8B-B14F-4D97-AF65-F5344CB8AC3E}">
        <p14:creationId xmlns:p14="http://schemas.microsoft.com/office/powerpoint/2010/main" val="20425490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参考</a:t>
            </a:r>
            <a:r>
              <a:rPr lang="en-US" altLang="zh-CN" dirty="0"/>
              <a:t>SoC</a:t>
            </a:r>
            <a:r>
              <a:rPr lang="zh-CN" altLang="en-US" dirty="0"/>
              <a:t>设计方法与实现（第</a:t>
            </a:r>
            <a:r>
              <a:rPr lang="en-US" altLang="zh-CN" dirty="0"/>
              <a:t>3</a:t>
            </a:r>
            <a:r>
              <a:rPr lang="zh-CN" altLang="en-US" dirty="0"/>
              <a:t>版）郭炜、魏继增、郭筝、谢憬著 电子工业出版社</a:t>
            </a:r>
          </a:p>
          <a:p>
            <a:endParaRPr lang="zh-CN" altLang="en-US" dirty="0"/>
          </a:p>
        </p:txBody>
      </p:sp>
      <p:sp>
        <p:nvSpPr>
          <p:cNvPr id="4" name="灯片编号占位符 3"/>
          <p:cNvSpPr>
            <a:spLocks noGrp="1"/>
          </p:cNvSpPr>
          <p:nvPr>
            <p:ph type="sldNum" sz="quarter" idx="5"/>
          </p:nvPr>
        </p:nvSpPr>
        <p:spPr/>
        <p:txBody>
          <a:bodyPr/>
          <a:lstStyle/>
          <a:p>
            <a:fld id="{0DB427E5-D0E5-4436-9693-009ACE9CB637}" type="slidenum">
              <a:rPr lang="zh-CN" altLang="en-US" smtClean="0"/>
              <a:t>7</a:t>
            </a:fld>
            <a:endParaRPr lang="zh-CN" altLang="en-US"/>
          </a:p>
        </p:txBody>
      </p:sp>
    </p:spTree>
    <p:extLst>
      <p:ext uri="{BB962C8B-B14F-4D97-AF65-F5344CB8AC3E}">
        <p14:creationId xmlns:p14="http://schemas.microsoft.com/office/powerpoint/2010/main" val="11375168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参考</a:t>
            </a:r>
            <a:r>
              <a:rPr lang="en-US" altLang="zh-CN" dirty="0"/>
              <a:t>SoC</a:t>
            </a:r>
            <a:r>
              <a:rPr lang="zh-CN" altLang="en-US" dirty="0"/>
              <a:t>设计方法与实现（第</a:t>
            </a:r>
            <a:r>
              <a:rPr lang="en-US" altLang="zh-CN" dirty="0"/>
              <a:t>3</a:t>
            </a:r>
            <a:r>
              <a:rPr lang="zh-CN" altLang="en-US" dirty="0"/>
              <a:t>版）郭炜、魏继增、郭筝、谢憬著 电子工业出版社</a:t>
            </a:r>
          </a:p>
          <a:p>
            <a:endParaRPr lang="zh-CN" altLang="en-US" dirty="0"/>
          </a:p>
        </p:txBody>
      </p:sp>
      <p:sp>
        <p:nvSpPr>
          <p:cNvPr id="4" name="灯片编号占位符 3"/>
          <p:cNvSpPr>
            <a:spLocks noGrp="1"/>
          </p:cNvSpPr>
          <p:nvPr>
            <p:ph type="sldNum" sz="quarter" idx="5"/>
          </p:nvPr>
        </p:nvSpPr>
        <p:spPr/>
        <p:txBody>
          <a:bodyPr/>
          <a:lstStyle/>
          <a:p>
            <a:fld id="{0DB427E5-D0E5-4436-9693-009ACE9CB637}" type="slidenum">
              <a:rPr lang="zh-CN" altLang="en-US" smtClean="0"/>
              <a:t>8</a:t>
            </a:fld>
            <a:endParaRPr lang="zh-CN" altLang="en-US"/>
          </a:p>
        </p:txBody>
      </p:sp>
    </p:spTree>
    <p:extLst>
      <p:ext uri="{BB962C8B-B14F-4D97-AF65-F5344CB8AC3E}">
        <p14:creationId xmlns:p14="http://schemas.microsoft.com/office/powerpoint/2010/main" val="17762667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参考</a:t>
            </a:r>
            <a:r>
              <a:rPr lang="en-US" altLang="zh-CN" dirty="0"/>
              <a:t>SoC</a:t>
            </a:r>
            <a:r>
              <a:rPr lang="zh-CN" altLang="en-US" dirty="0"/>
              <a:t>设计方法与实现（第</a:t>
            </a:r>
            <a:r>
              <a:rPr lang="en-US" altLang="zh-CN" dirty="0"/>
              <a:t>3</a:t>
            </a:r>
            <a:r>
              <a:rPr lang="zh-CN" altLang="en-US" dirty="0"/>
              <a:t>版）郭炜、魏继增、郭筝、谢憬著 电子工业出版社</a:t>
            </a:r>
          </a:p>
          <a:p>
            <a:endParaRPr lang="zh-CN" altLang="en-US" dirty="0"/>
          </a:p>
        </p:txBody>
      </p:sp>
      <p:sp>
        <p:nvSpPr>
          <p:cNvPr id="4" name="灯片编号占位符 3"/>
          <p:cNvSpPr>
            <a:spLocks noGrp="1"/>
          </p:cNvSpPr>
          <p:nvPr>
            <p:ph type="sldNum" sz="quarter" idx="5"/>
          </p:nvPr>
        </p:nvSpPr>
        <p:spPr/>
        <p:txBody>
          <a:bodyPr/>
          <a:lstStyle/>
          <a:p>
            <a:fld id="{0DB427E5-D0E5-4436-9693-009ACE9CB637}" type="slidenum">
              <a:rPr lang="zh-CN" altLang="en-US" smtClean="0"/>
              <a:t>9</a:t>
            </a:fld>
            <a:endParaRPr lang="zh-CN" altLang="en-US"/>
          </a:p>
        </p:txBody>
      </p:sp>
    </p:spTree>
    <p:extLst>
      <p:ext uri="{BB962C8B-B14F-4D97-AF65-F5344CB8AC3E}">
        <p14:creationId xmlns:p14="http://schemas.microsoft.com/office/powerpoint/2010/main" val="17301989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参考</a:t>
            </a:r>
            <a:r>
              <a:rPr lang="en-US" altLang="zh-CN" dirty="0"/>
              <a:t>SoC</a:t>
            </a:r>
            <a:r>
              <a:rPr lang="zh-CN" altLang="en-US" dirty="0"/>
              <a:t>设计方法与实现（第</a:t>
            </a:r>
            <a:r>
              <a:rPr lang="en-US" altLang="zh-CN" dirty="0"/>
              <a:t>3</a:t>
            </a:r>
            <a:r>
              <a:rPr lang="zh-CN" altLang="en-US" dirty="0"/>
              <a:t>版）郭炜、魏继增、郭筝、谢憬著 电子工业出版社</a:t>
            </a:r>
          </a:p>
          <a:p>
            <a:endParaRPr lang="zh-CN" altLang="en-US" dirty="0"/>
          </a:p>
        </p:txBody>
      </p:sp>
      <p:sp>
        <p:nvSpPr>
          <p:cNvPr id="4" name="灯片编号占位符 3"/>
          <p:cNvSpPr>
            <a:spLocks noGrp="1"/>
          </p:cNvSpPr>
          <p:nvPr>
            <p:ph type="sldNum" sz="quarter" idx="5"/>
          </p:nvPr>
        </p:nvSpPr>
        <p:spPr/>
        <p:txBody>
          <a:bodyPr/>
          <a:lstStyle/>
          <a:p>
            <a:fld id="{0DB427E5-D0E5-4436-9693-009ACE9CB637}" type="slidenum">
              <a:rPr lang="zh-CN" altLang="en-US" smtClean="0"/>
              <a:t>10</a:t>
            </a:fld>
            <a:endParaRPr lang="zh-CN" altLang="en-US"/>
          </a:p>
        </p:txBody>
      </p:sp>
    </p:spTree>
    <p:extLst>
      <p:ext uri="{BB962C8B-B14F-4D97-AF65-F5344CB8AC3E}">
        <p14:creationId xmlns:p14="http://schemas.microsoft.com/office/powerpoint/2010/main" val="40217562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8A41EE-A352-461F-A11C-AAAC3E967823}"/>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242AC588-EE59-4FF5-BB70-C3604750A3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2CFF203-2CCD-49D3-9B6A-A8AAA63D2757}"/>
              </a:ext>
            </a:extLst>
          </p:cNvPr>
          <p:cNvSpPr>
            <a:spLocks noGrp="1"/>
          </p:cNvSpPr>
          <p:nvPr>
            <p:ph type="dt" sz="half" idx="10"/>
          </p:nvPr>
        </p:nvSpPr>
        <p:spPr/>
        <p:txBody>
          <a:bodyPr/>
          <a:lstStyle/>
          <a:p>
            <a:fld id="{F97C281E-348B-4D71-AEE2-7C95927E806D}" type="datetimeFigureOut">
              <a:rPr lang="zh-CN" altLang="en-US" smtClean="0"/>
              <a:t>2020/11/11</a:t>
            </a:fld>
            <a:endParaRPr lang="zh-CN" altLang="en-US"/>
          </a:p>
        </p:txBody>
      </p:sp>
      <p:sp>
        <p:nvSpPr>
          <p:cNvPr id="5" name="页脚占位符 4">
            <a:extLst>
              <a:ext uri="{FF2B5EF4-FFF2-40B4-BE49-F238E27FC236}">
                <a16:creationId xmlns:a16="http://schemas.microsoft.com/office/drawing/2014/main" id="{92ABE2E2-6F37-4AF1-93E3-93510ADF869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6684A65-B173-4F48-9C25-3A08B0E72E82}"/>
              </a:ext>
            </a:extLst>
          </p:cNvPr>
          <p:cNvSpPr>
            <a:spLocks noGrp="1"/>
          </p:cNvSpPr>
          <p:nvPr>
            <p:ph type="sldNum" sz="quarter" idx="12"/>
          </p:nvPr>
        </p:nvSpPr>
        <p:spPr/>
        <p:txBody>
          <a:bodyPr/>
          <a:lstStyle/>
          <a:p>
            <a:fld id="{CB0E5AD6-D38C-4E9E-ADAD-696B7999AF37}" type="slidenum">
              <a:rPr lang="zh-CN" altLang="en-US" smtClean="0"/>
              <a:t>‹#›</a:t>
            </a:fld>
            <a:endParaRPr lang="zh-CN" altLang="en-US"/>
          </a:p>
        </p:txBody>
      </p:sp>
    </p:spTree>
    <p:extLst>
      <p:ext uri="{BB962C8B-B14F-4D97-AF65-F5344CB8AC3E}">
        <p14:creationId xmlns:p14="http://schemas.microsoft.com/office/powerpoint/2010/main" val="9884014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32D739-F579-4DCA-97D5-0EF41A20C29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C4D6B44-38FD-4ADD-9E2B-28623567BED0}"/>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F6794888-C370-4DA7-87F2-0FB0CC8C2463}"/>
              </a:ext>
            </a:extLst>
          </p:cNvPr>
          <p:cNvSpPr>
            <a:spLocks noGrp="1"/>
          </p:cNvSpPr>
          <p:nvPr>
            <p:ph type="dt" sz="half" idx="10"/>
          </p:nvPr>
        </p:nvSpPr>
        <p:spPr/>
        <p:txBody>
          <a:bodyPr/>
          <a:lstStyle/>
          <a:p>
            <a:fld id="{F97C281E-348B-4D71-AEE2-7C95927E806D}" type="datetimeFigureOut">
              <a:rPr lang="zh-CN" altLang="en-US" smtClean="0"/>
              <a:t>2020/11/11</a:t>
            </a:fld>
            <a:endParaRPr lang="zh-CN" altLang="en-US"/>
          </a:p>
        </p:txBody>
      </p:sp>
      <p:sp>
        <p:nvSpPr>
          <p:cNvPr id="5" name="页脚占位符 4">
            <a:extLst>
              <a:ext uri="{FF2B5EF4-FFF2-40B4-BE49-F238E27FC236}">
                <a16:creationId xmlns:a16="http://schemas.microsoft.com/office/drawing/2014/main" id="{2D9DE180-35C8-49F5-A311-66A26B7E853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39790C5-CD43-49A2-8D17-5CC00E6ECF4C}"/>
              </a:ext>
            </a:extLst>
          </p:cNvPr>
          <p:cNvSpPr>
            <a:spLocks noGrp="1"/>
          </p:cNvSpPr>
          <p:nvPr>
            <p:ph type="sldNum" sz="quarter" idx="12"/>
          </p:nvPr>
        </p:nvSpPr>
        <p:spPr/>
        <p:txBody>
          <a:bodyPr/>
          <a:lstStyle/>
          <a:p>
            <a:fld id="{CB0E5AD6-D38C-4E9E-ADAD-696B7999AF37}" type="slidenum">
              <a:rPr lang="zh-CN" altLang="en-US" smtClean="0"/>
              <a:t>‹#›</a:t>
            </a:fld>
            <a:endParaRPr lang="zh-CN" altLang="en-US"/>
          </a:p>
        </p:txBody>
      </p:sp>
    </p:spTree>
    <p:extLst>
      <p:ext uri="{BB962C8B-B14F-4D97-AF65-F5344CB8AC3E}">
        <p14:creationId xmlns:p14="http://schemas.microsoft.com/office/powerpoint/2010/main" val="29192189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9909CB-088D-4776-A1E7-9A22CF5A124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5C90A69-1BC9-4343-9E1D-7FF947DEBAE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165BC16A-48FF-484B-B968-58E1B84412B7}"/>
              </a:ext>
            </a:extLst>
          </p:cNvPr>
          <p:cNvSpPr>
            <a:spLocks noGrp="1"/>
          </p:cNvSpPr>
          <p:nvPr>
            <p:ph type="dt" sz="half" idx="10"/>
          </p:nvPr>
        </p:nvSpPr>
        <p:spPr/>
        <p:txBody>
          <a:bodyPr/>
          <a:lstStyle/>
          <a:p>
            <a:fld id="{F97C281E-348B-4D71-AEE2-7C95927E806D}" type="datetimeFigureOut">
              <a:rPr lang="zh-CN" altLang="en-US" smtClean="0"/>
              <a:t>2020/11/11</a:t>
            </a:fld>
            <a:endParaRPr lang="zh-CN" altLang="en-US"/>
          </a:p>
        </p:txBody>
      </p:sp>
      <p:sp>
        <p:nvSpPr>
          <p:cNvPr id="5" name="页脚占位符 4">
            <a:extLst>
              <a:ext uri="{FF2B5EF4-FFF2-40B4-BE49-F238E27FC236}">
                <a16:creationId xmlns:a16="http://schemas.microsoft.com/office/drawing/2014/main" id="{4964902D-3A6B-43F0-A830-6785ADC75F4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A1D872E-369A-4694-A67E-996B55420994}"/>
              </a:ext>
            </a:extLst>
          </p:cNvPr>
          <p:cNvSpPr>
            <a:spLocks noGrp="1"/>
          </p:cNvSpPr>
          <p:nvPr>
            <p:ph type="sldNum" sz="quarter" idx="12"/>
          </p:nvPr>
        </p:nvSpPr>
        <p:spPr/>
        <p:txBody>
          <a:bodyPr/>
          <a:lstStyle/>
          <a:p>
            <a:fld id="{CB0E5AD6-D38C-4E9E-ADAD-696B7999AF37}" type="slidenum">
              <a:rPr lang="zh-CN" altLang="en-US" smtClean="0"/>
              <a:t>‹#›</a:t>
            </a:fld>
            <a:endParaRPr lang="zh-CN" altLang="en-US"/>
          </a:p>
        </p:txBody>
      </p:sp>
    </p:spTree>
    <p:extLst>
      <p:ext uri="{BB962C8B-B14F-4D97-AF65-F5344CB8AC3E}">
        <p14:creationId xmlns:p14="http://schemas.microsoft.com/office/powerpoint/2010/main" val="4056705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6827C5-25D7-48F5-B647-AD9D16B2796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D51E0E8-EACF-42DF-AED8-EEEC11D675DF}"/>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12873980-6EFD-4926-B251-2559DF670065}"/>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83FD289E-2F8C-4813-A4CB-2B75643AD7C3}"/>
              </a:ext>
            </a:extLst>
          </p:cNvPr>
          <p:cNvSpPr>
            <a:spLocks noGrp="1"/>
          </p:cNvSpPr>
          <p:nvPr>
            <p:ph type="dt" sz="half" idx="10"/>
          </p:nvPr>
        </p:nvSpPr>
        <p:spPr/>
        <p:txBody>
          <a:bodyPr/>
          <a:lstStyle/>
          <a:p>
            <a:fld id="{F97C281E-348B-4D71-AEE2-7C95927E806D}" type="datetimeFigureOut">
              <a:rPr lang="zh-CN" altLang="en-US" smtClean="0"/>
              <a:t>2020/11/11</a:t>
            </a:fld>
            <a:endParaRPr lang="zh-CN" altLang="en-US"/>
          </a:p>
        </p:txBody>
      </p:sp>
      <p:sp>
        <p:nvSpPr>
          <p:cNvPr id="6" name="页脚占位符 5">
            <a:extLst>
              <a:ext uri="{FF2B5EF4-FFF2-40B4-BE49-F238E27FC236}">
                <a16:creationId xmlns:a16="http://schemas.microsoft.com/office/drawing/2014/main" id="{B74A8881-820D-43AF-A2A7-A49F3991C67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CEF3936-F539-4C9C-B84B-4BCA5C33DC55}"/>
              </a:ext>
            </a:extLst>
          </p:cNvPr>
          <p:cNvSpPr>
            <a:spLocks noGrp="1"/>
          </p:cNvSpPr>
          <p:nvPr>
            <p:ph type="sldNum" sz="quarter" idx="12"/>
          </p:nvPr>
        </p:nvSpPr>
        <p:spPr/>
        <p:txBody>
          <a:bodyPr/>
          <a:lstStyle/>
          <a:p>
            <a:fld id="{CB0E5AD6-D38C-4E9E-ADAD-696B7999AF37}" type="slidenum">
              <a:rPr lang="zh-CN" altLang="en-US" smtClean="0"/>
              <a:t>‹#›</a:t>
            </a:fld>
            <a:endParaRPr lang="zh-CN" altLang="en-US"/>
          </a:p>
        </p:txBody>
      </p:sp>
    </p:spTree>
    <p:extLst>
      <p:ext uri="{BB962C8B-B14F-4D97-AF65-F5344CB8AC3E}">
        <p14:creationId xmlns:p14="http://schemas.microsoft.com/office/powerpoint/2010/main" val="24310382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819E3A-BC80-4532-85E0-1FD510CE3D8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0DDF0E5-5595-45BF-8836-449781AFCE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ED3A7C11-D7F9-4F9A-BDAB-8B886F5ED5BB}"/>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21FAF592-2D84-4568-86F6-F15FF95EB9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10559E2C-6475-4FC3-94FF-B5DD3AA14455}"/>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A6876B19-1832-4FC4-8FCF-CB45BFA0D094}"/>
              </a:ext>
            </a:extLst>
          </p:cNvPr>
          <p:cNvSpPr>
            <a:spLocks noGrp="1"/>
          </p:cNvSpPr>
          <p:nvPr>
            <p:ph type="dt" sz="half" idx="10"/>
          </p:nvPr>
        </p:nvSpPr>
        <p:spPr/>
        <p:txBody>
          <a:bodyPr/>
          <a:lstStyle/>
          <a:p>
            <a:fld id="{F97C281E-348B-4D71-AEE2-7C95927E806D}" type="datetimeFigureOut">
              <a:rPr lang="zh-CN" altLang="en-US" smtClean="0"/>
              <a:t>2020/11/11</a:t>
            </a:fld>
            <a:endParaRPr lang="zh-CN" altLang="en-US"/>
          </a:p>
        </p:txBody>
      </p:sp>
      <p:sp>
        <p:nvSpPr>
          <p:cNvPr id="8" name="页脚占位符 7">
            <a:extLst>
              <a:ext uri="{FF2B5EF4-FFF2-40B4-BE49-F238E27FC236}">
                <a16:creationId xmlns:a16="http://schemas.microsoft.com/office/drawing/2014/main" id="{A52324C4-29CC-41D9-A178-500D2568AD1D}"/>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9C55C0B8-049C-4EAC-99CC-A5671F173C12}"/>
              </a:ext>
            </a:extLst>
          </p:cNvPr>
          <p:cNvSpPr>
            <a:spLocks noGrp="1"/>
          </p:cNvSpPr>
          <p:nvPr>
            <p:ph type="sldNum" sz="quarter" idx="12"/>
          </p:nvPr>
        </p:nvSpPr>
        <p:spPr/>
        <p:txBody>
          <a:bodyPr/>
          <a:lstStyle/>
          <a:p>
            <a:fld id="{CB0E5AD6-D38C-4E9E-ADAD-696B7999AF37}" type="slidenum">
              <a:rPr lang="zh-CN" altLang="en-US" smtClean="0"/>
              <a:t>‹#›</a:t>
            </a:fld>
            <a:endParaRPr lang="zh-CN" altLang="en-US"/>
          </a:p>
        </p:txBody>
      </p:sp>
    </p:spTree>
    <p:extLst>
      <p:ext uri="{BB962C8B-B14F-4D97-AF65-F5344CB8AC3E}">
        <p14:creationId xmlns:p14="http://schemas.microsoft.com/office/powerpoint/2010/main" val="2231357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6C7BDA-D9A8-475B-A51C-FB026116F79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F5912EF-4C4D-4B28-B16B-2DD820F7736E}"/>
              </a:ext>
            </a:extLst>
          </p:cNvPr>
          <p:cNvSpPr>
            <a:spLocks noGrp="1"/>
          </p:cNvSpPr>
          <p:nvPr>
            <p:ph type="dt" sz="half" idx="10"/>
          </p:nvPr>
        </p:nvSpPr>
        <p:spPr/>
        <p:txBody>
          <a:bodyPr/>
          <a:lstStyle/>
          <a:p>
            <a:fld id="{F97C281E-348B-4D71-AEE2-7C95927E806D}" type="datetimeFigureOut">
              <a:rPr lang="zh-CN" altLang="en-US" smtClean="0"/>
              <a:t>2020/11/11</a:t>
            </a:fld>
            <a:endParaRPr lang="zh-CN" altLang="en-US"/>
          </a:p>
        </p:txBody>
      </p:sp>
      <p:sp>
        <p:nvSpPr>
          <p:cNvPr id="4" name="页脚占位符 3">
            <a:extLst>
              <a:ext uri="{FF2B5EF4-FFF2-40B4-BE49-F238E27FC236}">
                <a16:creationId xmlns:a16="http://schemas.microsoft.com/office/drawing/2014/main" id="{86AF7F46-5B00-4DA3-9B65-57F309667CA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25B7D83-1FE9-428E-BD48-928C441E8C5D}"/>
              </a:ext>
            </a:extLst>
          </p:cNvPr>
          <p:cNvSpPr>
            <a:spLocks noGrp="1"/>
          </p:cNvSpPr>
          <p:nvPr>
            <p:ph type="sldNum" sz="quarter" idx="12"/>
          </p:nvPr>
        </p:nvSpPr>
        <p:spPr/>
        <p:txBody>
          <a:bodyPr/>
          <a:lstStyle/>
          <a:p>
            <a:fld id="{CB0E5AD6-D38C-4E9E-ADAD-696B7999AF37}" type="slidenum">
              <a:rPr lang="zh-CN" altLang="en-US" smtClean="0"/>
              <a:t>‹#›</a:t>
            </a:fld>
            <a:endParaRPr lang="zh-CN" altLang="en-US"/>
          </a:p>
        </p:txBody>
      </p:sp>
    </p:spTree>
    <p:extLst>
      <p:ext uri="{BB962C8B-B14F-4D97-AF65-F5344CB8AC3E}">
        <p14:creationId xmlns:p14="http://schemas.microsoft.com/office/powerpoint/2010/main" val="1956957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2B52C7A-324A-464C-A44F-931776624B10}"/>
              </a:ext>
            </a:extLst>
          </p:cNvPr>
          <p:cNvSpPr>
            <a:spLocks noGrp="1"/>
          </p:cNvSpPr>
          <p:nvPr>
            <p:ph type="dt" sz="half" idx="10"/>
          </p:nvPr>
        </p:nvSpPr>
        <p:spPr/>
        <p:txBody>
          <a:bodyPr/>
          <a:lstStyle/>
          <a:p>
            <a:fld id="{F97C281E-348B-4D71-AEE2-7C95927E806D}" type="datetimeFigureOut">
              <a:rPr lang="zh-CN" altLang="en-US" smtClean="0"/>
              <a:t>2020/11/11</a:t>
            </a:fld>
            <a:endParaRPr lang="zh-CN" altLang="en-US"/>
          </a:p>
        </p:txBody>
      </p:sp>
      <p:sp>
        <p:nvSpPr>
          <p:cNvPr id="3" name="页脚占位符 2">
            <a:extLst>
              <a:ext uri="{FF2B5EF4-FFF2-40B4-BE49-F238E27FC236}">
                <a16:creationId xmlns:a16="http://schemas.microsoft.com/office/drawing/2014/main" id="{7C86E01B-ACE7-4123-8BB6-3C78117E3A66}"/>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8D718E2-AEF4-4E41-B769-E7A7A347998A}"/>
              </a:ext>
            </a:extLst>
          </p:cNvPr>
          <p:cNvSpPr>
            <a:spLocks noGrp="1"/>
          </p:cNvSpPr>
          <p:nvPr>
            <p:ph type="sldNum" sz="quarter" idx="12"/>
          </p:nvPr>
        </p:nvSpPr>
        <p:spPr/>
        <p:txBody>
          <a:bodyPr/>
          <a:lstStyle/>
          <a:p>
            <a:fld id="{CB0E5AD6-D38C-4E9E-ADAD-696B7999AF37}" type="slidenum">
              <a:rPr lang="zh-CN" altLang="en-US" smtClean="0"/>
              <a:t>‹#›</a:t>
            </a:fld>
            <a:endParaRPr lang="zh-CN" altLang="en-US"/>
          </a:p>
        </p:txBody>
      </p:sp>
    </p:spTree>
    <p:extLst>
      <p:ext uri="{BB962C8B-B14F-4D97-AF65-F5344CB8AC3E}">
        <p14:creationId xmlns:p14="http://schemas.microsoft.com/office/powerpoint/2010/main" val="3903650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4FC66F-F9CD-4F9C-8800-1B190A73D7E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A37BDBF-1193-4657-9E45-DF9D9768FD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AEBB37B7-3B14-4B70-9182-4C73F9E42F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3A761B5E-0E05-4343-A0E8-C60AE8F4A82E}"/>
              </a:ext>
            </a:extLst>
          </p:cNvPr>
          <p:cNvSpPr>
            <a:spLocks noGrp="1"/>
          </p:cNvSpPr>
          <p:nvPr>
            <p:ph type="dt" sz="half" idx="10"/>
          </p:nvPr>
        </p:nvSpPr>
        <p:spPr/>
        <p:txBody>
          <a:bodyPr/>
          <a:lstStyle/>
          <a:p>
            <a:fld id="{F97C281E-348B-4D71-AEE2-7C95927E806D}" type="datetimeFigureOut">
              <a:rPr lang="zh-CN" altLang="en-US" smtClean="0"/>
              <a:t>2020/11/11</a:t>
            </a:fld>
            <a:endParaRPr lang="zh-CN" altLang="en-US"/>
          </a:p>
        </p:txBody>
      </p:sp>
      <p:sp>
        <p:nvSpPr>
          <p:cNvPr id="6" name="页脚占位符 5">
            <a:extLst>
              <a:ext uri="{FF2B5EF4-FFF2-40B4-BE49-F238E27FC236}">
                <a16:creationId xmlns:a16="http://schemas.microsoft.com/office/drawing/2014/main" id="{BB1172FF-F542-405F-8ED2-830BD5D42D4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4592258-D6BB-4276-81D6-14FB9C2FFD42}"/>
              </a:ext>
            </a:extLst>
          </p:cNvPr>
          <p:cNvSpPr>
            <a:spLocks noGrp="1"/>
          </p:cNvSpPr>
          <p:nvPr>
            <p:ph type="sldNum" sz="quarter" idx="12"/>
          </p:nvPr>
        </p:nvSpPr>
        <p:spPr/>
        <p:txBody>
          <a:bodyPr/>
          <a:lstStyle/>
          <a:p>
            <a:fld id="{CB0E5AD6-D38C-4E9E-ADAD-696B7999AF37}" type="slidenum">
              <a:rPr lang="zh-CN" altLang="en-US" smtClean="0"/>
              <a:t>‹#›</a:t>
            </a:fld>
            <a:endParaRPr lang="zh-CN" altLang="en-US"/>
          </a:p>
        </p:txBody>
      </p:sp>
    </p:spTree>
    <p:extLst>
      <p:ext uri="{BB962C8B-B14F-4D97-AF65-F5344CB8AC3E}">
        <p14:creationId xmlns:p14="http://schemas.microsoft.com/office/powerpoint/2010/main" val="16630828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8DDA29-0607-40F3-8ACF-D97256FB18E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9EB4311A-16FF-4E5C-BC54-1E73C3BD3B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1664470-97B8-49A9-8331-4AB2D59F87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10ABC236-5E15-4C45-AF8A-59700BC57498}"/>
              </a:ext>
            </a:extLst>
          </p:cNvPr>
          <p:cNvSpPr>
            <a:spLocks noGrp="1"/>
          </p:cNvSpPr>
          <p:nvPr>
            <p:ph type="dt" sz="half" idx="10"/>
          </p:nvPr>
        </p:nvSpPr>
        <p:spPr/>
        <p:txBody>
          <a:bodyPr/>
          <a:lstStyle/>
          <a:p>
            <a:fld id="{F97C281E-348B-4D71-AEE2-7C95927E806D}" type="datetimeFigureOut">
              <a:rPr lang="zh-CN" altLang="en-US" smtClean="0"/>
              <a:t>2020/11/11</a:t>
            </a:fld>
            <a:endParaRPr lang="zh-CN" altLang="en-US"/>
          </a:p>
        </p:txBody>
      </p:sp>
      <p:sp>
        <p:nvSpPr>
          <p:cNvPr id="6" name="页脚占位符 5">
            <a:extLst>
              <a:ext uri="{FF2B5EF4-FFF2-40B4-BE49-F238E27FC236}">
                <a16:creationId xmlns:a16="http://schemas.microsoft.com/office/drawing/2014/main" id="{6207BD55-0316-4149-8E81-A769555E663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D3747FA-95A1-4F6E-8619-E54CC8722E72}"/>
              </a:ext>
            </a:extLst>
          </p:cNvPr>
          <p:cNvSpPr>
            <a:spLocks noGrp="1"/>
          </p:cNvSpPr>
          <p:nvPr>
            <p:ph type="sldNum" sz="quarter" idx="12"/>
          </p:nvPr>
        </p:nvSpPr>
        <p:spPr/>
        <p:txBody>
          <a:bodyPr/>
          <a:lstStyle/>
          <a:p>
            <a:fld id="{CB0E5AD6-D38C-4E9E-ADAD-696B7999AF37}" type="slidenum">
              <a:rPr lang="zh-CN" altLang="en-US" smtClean="0"/>
              <a:t>‹#›</a:t>
            </a:fld>
            <a:endParaRPr lang="zh-CN" altLang="en-US"/>
          </a:p>
        </p:txBody>
      </p:sp>
    </p:spTree>
    <p:extLst>
      <p:ext uri="{BB962C8B-B14F-4D97-AF65-F5344CB8AC3E}">
        <p14:creationId xmlns:p14="http://schemas.microsoft.com/office/powerpoint/2010/main" val="38454988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F3A102-5CB3-464C-AAF2-614C3676FC5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028E049-C65F-4D9D-B518-82843788C779}"/>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8A58DC7-1EB7-4A2A-85B2-DA426D36A258}"/>
              </a:ext>
            </a:extLst>
          </p:cNvPr>
          <p:cNvSpPr>
            <a:spLocks noGrp="1"/>
          </p:cNvSpPr>
          <p:nvPr>
            <p:ph type="dt" sz="half" idx="10"/>
          </p:nvPr>
        </p:nvSpPr>
        <p:spPr/>
        <p:txBody>
          <a:bodyPr/>
          <a:lstStyle/>
          <a:p>
            <a:fld id="{F97C281E-348B-4D71-AEE2-7C95927E806D}" type="datetimeFigureOut">
              <a:rPr lang="zh-CN" altLang="en-US" smtClean="0"/>
              <a:t>2020/11/11</a:t>
            </a:fld>
            <a:endParaRPr lang="zh-CN" altLang="en-US"/>
          </a:p>
        </p:txBody>
      </p:sp>
      <p:sp>
        <p:nvSpPr>
          <p:cNvPr id="5" name="页脚占位符 4">
            <a:extLst>
              <a:ext uri="{FF2B5EF4-FFF2-40B4-BE49-F238E27FC236}">
                <a16:creationId xmlns:a16="http://schemas.microsoft.com/office/drawing/2014/main" id="{19D32A55-46EF-4E3E-A334-49943A4ED62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2217A9D-EA96-4255-B249-4CAD1B314C48}"/>
              </a:ext>
            </a:extLst>
          </p:cNvPr>
          <p:cNvSpPr>
            <a:spLocks noGrp="1"/>
          </p:cNvSpPr>
          <p:nvPr>
            <p:ph type="sldNum" sz="quarter" idx="12"/>
          </p:nvPr>
        </p:nvSpPr>
        <p:spPr/>
        <p:txBody>
          <a:bodyPr/>
          <a:lstStyle/>
          <a:p>
            <a:fld id="{CB0E5AD6-D38C-4E9E-ADAD-696B7999AF37}" type="slidenum">
              <a:rPr lang="zh-CN" altLang="en-US" smtClean="0"/>
              <a:t>‹#›</a:t>
            </a:fld>
            <a:endParaRPr lang="zh-CN" altLang="en-US"/>
          </a:p>
        </p:txBody>
      </p:sp>
    </p:spTree>
    <p:extLst>
      <p:ext uri="{BB962C8B-B14F-4D97-AF65-F5344CB8AC3E}">
        <p14:creationId xmlns:p14="http://schemas.microsoft.com/office/powerpoint/2010/main" val="2560391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BA250F7-2FB0-42F4-AE3D-4B609BE340E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D3C25819-5AFC-40B3-BD33-D22B10BED065}"/>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08057C1-25FF-4A21-BF82-FEEDA287CAB1}"/>
              </a:ext>
            </a:extLst>
          </p:cNvPr>
          <p:cNvSpPr>
            <a:spLocks noGrp="1"/>
          </p:cNvSpPr>
          <p:nvPr>
            <p:ph type="dt" sz="half" idx="10"/>
          </p:nvPr>
        </p:nvSpPr>
        <p:spPr/>
        <p:txBody>
          <a:bodyPr/>
          <a:lstStyle/>
          <a:p>
            <a:fld id="{F97C281E-348B-4D71-AEE2-7C95927E806D}" type="datetimeFigureOut">
              <a:rPr lang="zh-CN" altLang="en-US" smtClean="0"/>
              <a:t>2020/11/11</a:t>
            </a:fld>
            <a:endParaRPr lang="zh-CN" altLang="en-US"/>
          </a:p>
        </p:txBody>
      </p:sp>
      <p:sp>
        <p:nvSpPr>
          <p:cNvPr id="5" name="页脚占位符 4">
            <a:extLst>
              <a:ext uri="{FF2B5EF4-FFF2-40B4-BE49-F238E27FC236}">
                <a16:creationId xmlns:a16="http://schemas.microsoft.com/office/drawing/2014/main" id="{616148B0-90A7-49EC-B562-6EBB57DDA65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BE92CB1-D483-452F-A20B-BFBB9F991941}"/>
              </a:ext>
            </a:extLst>
          </p:cNvPr>
          <p:cNvSpPr>
            <a:spLocks noGrp="1"/>
          </p:cNvSpPr>
          <p:nvPr>
            <p:ph type="sldNum" sz="quarter" idx="12"/>
          </p:nvPr>
        </p:nvSpPr>
        <p:spPr/>
        <p:txBody>
          <a:bodyPr/>
          <a:lstStyle/>
          <a:p>
            <a:fld id="{CB0E5AD6-D38C-4E9E-ADAD-696B7999AF37}" type="slidenum">
              <a:rPr lang="zh-CN" altLang="en-US" smtClean="0"/>
              <a:t>‹#›</a:t>
            </a:fld>
            <a:endParaRPr lang="zh-CN" altLang="en-US"/>
          </a:p>
        </p:txBody>
      </p:sp>
    </p:spTree>
    <p:extLst>
      <p:ext uri="{BB962C8B-B14F-4D97-AF65-F5344CB8AC3E}">
        <p14:creationId xmlns:p14="http://schemas.microsoft.com/office/powerpoint/2010/main" val="30960388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445DA55-6098-4F36-B0CB-FE43BB8F55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A9F7BC1-26F4-4C68-AFDD-D2F2744BE9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FD7DEF15-A678-4493-B3E0-4A3448F539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7C281E-348B-4D71-AEE2-7C95927E806D}" type="datetimeFigureOut">
              <a:rPr lang="zh-CN" altLang="en-US" smtClean="0"/>
              <a:t>2020/11/11</a:t>
            </a:fld>
            <a:endParaRPr lang="zh-CN" altLang="en-US"/>
          </a:p>
        </p:txBody>
      </p:sp>
      <p:sp>
        <p:nvSpPr>
          <p:cNvPr id="5" name="页脚占位符 4">
            <a:extLst>
              <a:ext uri="{FF2B5EF4-FFF2-40B4-BE49-F238E27FC236}">
                <a16:creationId xmlns:a16="http://schemas.microsoft.com/office/drawing/2014/main" id="{1183A4E2-7A07-4B41-8DC7-3FE135A629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F9136AB3-8DF4-4E52-83DD-2AF401EAD6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0E5AD6-D38C-4E9E-ADAD-696B7999AF37}" type="slidenum">
              <a:rPr lang="zh-CN" altLang="en-US" smtClean="0"/>
              <a:t>‹#›</a:t>
            </a:fld>
            <a:endParaRPr lang="zh-CN" altLang="en-US"/>
          </a:p>
        </p:txBody>
      </p:sp>
      <p:pic>
        <p:nvPicPr>
          <p:cNvPr id="7" name="图片 6"/>
          <p:cNvPicPr>
            <a:picLocks noChangeAspect="1"/>
          </p:cNvPicPr>
          <p:nvPr userDrawn="1"/>
        </p:nvPicPr>
        <p:blipFill>
          <a:blip r:embed="rId13"/>
          <a:stretch>
            <a:fillRect/>
          </a:stretch>
        </p:blipFill>
        <p:spPr>
          <a:xfrm>
            <a:off x="10975521" y="73331"/>
            <a:ext cx="1216479" cy="1216479"/>
          </a:xfrm>
          <a:prstGeom prst="rect">
            <a:avLst/>
          </a:prstGeom>
        </p:spPr>
      </p:pic>
    </p:spTree>
    <p:extLst>
      <p:ext uri="{BB962C8B-B14F-4D97-AF65-F5344CB8AC3E}">
        <p14:creationId xmlns:p14="http://schemas.microsoft.com/office/powerpoint/2010/main" val="17588040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package" Target="../embeddings/Microsoft_Visio_Drawing.vsdx"/><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5.emf"/></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860B01-4A7B-4E2A-8872-35DB2E497BD6}"/>
              </a:ext>
            </a:extLst>
          </p:cNvPr>
          <p:cNvSpPr>
            <a:spLocks noGrp="1"/>
          </p:cNvSpPr>
          <p:nvPr>
            <p:ph type="ctrTitle"/>
          </p:nvPr>
        </p:nvSpPr>
        <p:spPr/>
        <p:txBody>
          <a:bodyPr/>
          <a:lstStyle/>
          <a:p>
            <a:r>
              <a:rPr lang="en-US" altLang="zh-CN" dirty="0">
                <a:latin typeface="微软雅黑" panose="020B0503020204020204" pitchFamily="34" charset="-122"/>
                <a:ea typeface="微软雅黑" panose="020B0503020204020204" pitchFamily="34" charset="-122"/>
              </a:rPr>
              <a:t>SMART</a:t>
            </a:r>
            <a:r>
              <a:rPr lang="zh-CN" altLang="en-US" dirty="0">
                <a:latin typeface="微软雅黑" panose="020B0503020204020204" pitchFamily="34" charset="-122"/>
                <a:ea typeface="微软雅黑" panose="020B0503020204020204" pitchFamily="34" charset="-122"/>
              </a:rPr>
              <a:t>平台介绍与仿真</a:t>
            </a:r>
          </a:p>
        </p:txBody>
      </p:sp>
      <p:sp>
        <p:nvSpPr>
          <p:cNvPr id="3" name="副标题 2">
            <a:extLst>
              <a:ext uri="{FF2B5EF4-FFF2-40B4-BE49-F238E27FC236}">
                <a16:creationId xmlns:a16="http://schemas.microsoft.com/office/drawing/2014/main" id="{D11512F0-ABDD-4928-86F8-CF046CCA1095}"/>
              </a:ext>
            </a:extLst>
          </p:cNvPr>
          <p:cNvSpPr>
            <a:spLocks noGrp="1"/>
          </p:cNvSpPr>
          <p:nvPr>
            <p:ph type="subTitle" idx="1"/>
          </p:nvPr>
        </p:nvSpPr>
        <p:spPr/>
        <p:txBody>
          <a:bodyPr/>
          <a:lstStyle/>
          <a:p>
            <a:endParaRPr lang="zh-CN" altLang="en-US">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92460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83CF88-4F44-4720-9752-04DCA857C819}"/>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目录</a:t>
            </a:r>
          </a:p>
        </p:txBody>
      </p:sp>
      <p:sp>
        <p:nvSpPr>
          <p:cNvPr id="3" name="内容占位符 2">
            <a:extLst>
              <a:ext uri="{FF2B5EF4-FFF2-40B4-BE49-F238E27FC236}">
                <a16:creationId xmlns:a16="http://schemas.microsoft.com/office/drawing/2014/main" id="{94F913A4-A527-4AD8-9420-BE186034B569}"/>
              </a:ext>
            </a:extLst>
          </p:cNvPr>
          <p:cNvSpPr>
            <a:spLocks noGrp="1"/>
          </p:cNvSpPr>
          <p:nvPr>
            <p:ph idx="1"/>
          </p:nvPr>
        </p:nvSpPr>
        <p:spPr/>
        <p:txBody>
          <a:bodyPr/>
          <a:lstStyle/>
          <a:p>
            <a:pPr marL="0" indent="0">
              <a:buNone/>
            </a:pP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SoC</a:t>
            </a:r>
            <a:r>
              <a:rPr lang="zh-CN" altLang="en-US" dirty="0">
                <a:latin typeface="微软雅黑" panose="020B0503020204020204" pitchFamily="34" charset="-122"/>
                <a:ea typeface="微软雅黑" panose="020B0503020204020204" pitchFamily="34" charset="-122"/>
              </a:rPr>
              <a:t>概述</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SMART</a:t>
            </a:r>
            <a:r>
              <a:rPr lang="zh-CN" altLang="en-US" dirty="0">
                <a:latin typeface="微软雅黑" panose="020B0503020204020204" pitchFamily="34" charset="-122"/>
                <a:ea typeface="微软雅黑" panose="020B0503020204020204" pitchFamily="34" charset="-122"/>
              </a:rPr>
              <a:t>平台介绍</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实验步骤</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62978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E11FD9-A0D2-4C67-8E04-FA837421A705}"/>
              </a:ext>
            </a:extLst>
          </p:cNvPr>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SoC</a:t>
            </a:r>
            <a:r>
              <a:rPr lang="zh-CN" altLang="en-US" dirty="0">
                <a:latin typeface="微软雅黑" panose="020B0503020204020204" pitchFamily="34" charset="-122"/>
                <a:ea typeface="微软雅黑" panose="020B0503020204020204" pitchFamily="34" charset="-122"/>
              </a:rPr>
              <a:t>概述</a:t>
            </a:r>
            <a:endParaRPr lang="zh-CN" altLang="en-US" dirty="0"/>
          </a:p>
        </p:txBody>
      </p:sp>
      <p:sp>
        <p:nvSpPr>
          <p:cNvPr id="3" name="内容占位符 2">
            <a:extLst>
              <a:ext uri="{FF2B5EF4-FFF2-40B4-BE49-F238E27FC236}">
                <a16:creationId xmlns:a16="http://schemas.microsoft.com/office/drawing/2014/main" id="{BF320528-EF08-4068-A8A4-8784DEEE168B}"/>
              </a:ext>
            </a:extLst>
          </p:cNvPr>
          <p:cNvSpPr>
            <a:spLocks noGrp="1"/>
          </p:cNvSpPr>
          <p:nvPr>
            <p:ph idx="1"/>
          </p:nvPr>
        </p:nvSpPr>
        <p:spPr>
          <a:xfrm>
            <a:off x="838200" y="1869141"/>
            <a:ext cx="4885592" cy="4307822"/>
          </a:xfrm>
        </p:spPr>
        <p:txBody>
          <a:bodyPr>
            <a:normAutofit/>
          </a:bodyPr>
          <a:lstStyle/>
          <a:p>
            <a:pPr>
              <a:lnSpc>
                <a:spcPct val="130000"/>
              </a:lnSpc>
            </a:pPr>
            <a:r>
              <a:rPr lang="zh-CN" altLang="en-US" dirty="0">
                <a:latin typeface="微软雅黑" panose="020B0503020204020204" pitchFamily="34" charset="-122"/>
                <a:ea typeface="微软雅黑" panose="020B0503020204020204" pitchFamily="34" charset="-122"/>
              </a:rPr>
              <a:t>什么是</a:t>
            </a:r>
            <a:r>
              <a:rPr lang="en-US" altLang="zh-CN" dirty="0">
                <a:latin typeface="微软雅黑" panose="020B0503020204020204" pitchFamily="34" charset="-122"/>
                <a:ea typeface="微软雅黑" panose="020B0503020204020204" pitchFamily="34" charset="-122"/>
              </a:rPr>
              <a:t>SoC?</a:t>
            </a:r>
          </a:p>
          <a:p>
            <a:pPr marL="0" indent="0">
              <a:lnSpc>
                <a:spcPct val="130000"/>
              </a:lnSpc>
              <a:buNone/>
            </a:pPr>
            <a:r>
              <a:rPr lang="en-US" altLang="zh-CN" dirty="0">
                <a:latin typeface="微软雅黑" panose="020B0503020204020204" pitchFamily="34" charset="-122"/>
                <a:ea typeface="微软雅黑" panose="020B0503020204020204" pitchFamily="34" charset="-122"/>
              </a:rPr>
              <a:t>SoC</a:t>
            </a:r>
            <a:r>
              <a:rPr lang="zh-CN" altLang="en-US" dirty="0">
                <a:latin typeface="微软雅黑" panose="020B0503020204020204" pitchFamily="34" charset="-122"/>
                <a:ea typeface="微软雅黑" panose="020B0503020204020204" pitchFamily="34" charset="-122"/>
              </a:rPr>
              <a:t>即系统级芯片又称片</a:t>
            </a:r>
            <a:r>
              <a:rPr lang="zh-CN" altLang="en-US" dirty="0" smtClean="0">
                <a:latin typeface="微软雅黑" panose="020B0503020204020204" pitchFamily="34" charset="-122"/>
                <a:ea typeface="微软雅黑" panose="020B0503020204020204" pitchFamily="34" charset="-122"/>
              </a:rPr>
              <a:t>上系统</a:t>
            </a:r>
            <a:r>
              <a:rPr lang="en-US" altLang="zh-CN" dirty="0">
                <a:latin typeface="微软雅黑" panose="020B0503020204020204" pitchFamily="34" charset="-122"/>
                <a:ea typeface="微软雅黑" panose="020B0503020204020204" pitchFamily="34" charset="-122"/>
              </a:rPr>
              <a:t>(SoC, System on Chip)</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0" indent="0">
              <a:lnSpc>
                <a:spcPct val="130000"/>
              </a:lnSpc>
              <a:buNone/>
            </a:pPr>
            <a:r>
              <a:rPr lang="en-US" altLang="zh-CN" dirty="0" err="1" smtClean="0">
                <a:latin typeface="微软雅黑" panose="020B0503020204020204" pitchFamily="34" charset="-122"/>
                <a:ea typeface="微软雅黑" panose="020B0503020204020204" pitchFamily="34" charset="-122"/>
              </a:rPr>
              <a:t>SoC</a:t>
            </a:r>
            <a:r>
              <a:rPr lang="zh-CN" altLang="en-US" dirty="0" smtClean="0">
                <a:latin typeface="微软雅黑" panose="020B0503020204020204" pitchFamily="34" charset="-122"/>
                <a:ea typeface="微软雅黑" panose="020B0503020204020204" pitchFamily="34" charset="-122"/>
              </a:rPr>
              <a:t>是</a:t>
            </a:r>
            <a:r>
              <a:rPr lang="zh-CN" altLang="en-US" dirty="0">
                <a:latin typeface="微软雅黑" panose="020B0503020204020204" pitchFamily="34" charset="-122"/>
                <a:ea typeface="微软雅黑" panose="020B0503020204020204" pitchFamily="34" charset="-122"/>
              </a:rPr>
              <a:t>集成电路设计与制造</a:t>
            </a:r>
            <a:r>
              <a:rPr lang="zh-CN" altLang="en-US" dirty="0" smtClean="0">
                <a:latin typeface="微软雅黑" panose="020B0503020204020204" pitchFamily="34" charset="-122"/>
                <a:ea typeface="微软雅黑" panose="020B0503020204020204" pitchFamily="34" charset="-122"/>
              </a:rPr>
              <a:t>工艺</a:t>
            </a:r>
            <a:r>
              <a:rPr lang="zh-CN" altLang="en-US" dirty="0">
                <a:latin typeface="微软雅黑" panose="020B0503020204020204" pitchFamily="34" charset="-122"/>
                <a:ea typeface="微软雅黑" panose="020B0503020204020204" pitchFamily="34" charset="-122"/>
              </a:rPr>
              <a:t>高度</a:t>
            </a:r>
            <a:r>
              <a:rPr lang="zh-CN" altLang="en-US" dirty="0" smtClean="0">
                <a:latin typeface="微软雅黑" panose="020B0503020204020204" pitchFamily="34" charset="-122"/>
                <a:ea typeface="微软雅黑" panose="020B0503020204020204" pitchFamily="34" charset="-122"/>
              </a:rPr>
              <a:t>发展</a:t>
            </a:r>
            <a:r>
              <a:rPr lang="zh-CN" altLang="en-US" dirty="0">
                <a:latin typeface="微软雅黑" panose="020B0503020204020204" pitchFamily="34" charset="-122"/>
                <a:ea typeface="微软雅黑" panose="020B0503020204020204" pitchFamily="34" charset="-122"/>
              </a:rPr>
              <a:t>的产物，它可以将</a:t>
            </a:r>
            <a:r>
              <a:rPr lang="zh-CN" altLang="en-US" dirty="0" smtClean="0">
                <a:latin typeface="微软雅黑" panose="020B0503020204020204" pitchFamily="34" charset="-122"/>
                <a:ea typeface="微软雅黑" panose="020B0503020204020204" pitchFamily="34" charset="-122"/>
              </a:rPr>
              <a:t>整个系统集成</a:t>
            </a:r>
            <a:r>
              <a:rPr lang="zh-CN" altLang="en-US" dirty="0">
                <a:latin typeface="微软雅黑" panose="020B0503020204020204" pitchFamily="34" charset="-122"/>
                <a:ea typeface="微软雅黑" panose="020B0503020204020204" pitchFamily="34" charset="-122"/>
              </a:rPr>
              <a:t>在一个芯片上。</a:t>
            </a:r>
            <a:endParaRPr lang="en-US" altLang="zh-CN" dirty="0">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5E3DAEF3-9676-47F5-B604-76AC1351D5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88079" y="2035786"/>
            <a:ext cx="5602980" cy="3151676"/>
          </a:xfrm>
          <a:prstGeom prst="rect">
            <a:avLst/>
          </a:prstGeom>
        </p:spPr>
      </p:pic>
    </p:spTree>
    <p:extLst>
      <p:ext uri="{BB962C8B-B14F-4D97-AF65-F5344CB8AC3E}">
        <p14:creationId xmlns:p14="http://schemas.microsoft.com/office/powerpoint/2010/main" val="35434781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F28F49-D3C0-484E-99A1-9898A680C32F}"/>
              </a:ext>
            </a:extLst>
          </p:cNvPr>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SoC</a:t>
            </a:r>
            <a:r>
              <a:rPr lang="zh-CN" altLang="en-US" dirty="0">
                <a:latin typeface="微软雅黑" panose="020B0503020204020204" pitchFamily="34" charset="-122"/>
                <a:ea typeface="微软雅黑" panose="020B0503020204020204" pitchFamily="34" charset="-122"/>
              </a:rPr>
              <a:t>的分类与</a:t>
            </a:r>
            <a:r>
              <a:rPr lang="en-US" altLang="zh-CN" dirty="0">
                <a:latin typeface="微软雅黑" panose="020B0503020204020204" pitchFamily="34" charset="-122"/>
                <a:ea typeface="微软雅黑" panose="020B0503020204020204" pitchFamily="34" charset="-122"/>
              </a:rPr>
              <a:t>SoC</a:t>
            </a:r>
            <a:r>
              <a:rPr lang="zh-CN" altLang="en-US" dirty="0">
                <a:latin typeface="微软雅黑" panose="020B0503020204020204" pitchFamily="34" charset="-122"/>
                <a:ea typeface="微软雅黑" panose="020B0503020204020204" pitchFamily="34" charset="-122"/>
              </a:rPr>
              <a:t>的基本单元</a:t>
            </a:r>
            <a:endParaRPr lang="zh-CN" altLang="en-US" dirty="0"/>
          </a:p>
        </p:txBody>
      </p:sp>
      <p:sp>
        <p:nvSpPr>
          <p:cNvPr id="3" name="内容占位符 2">
            <a:extLst>
              <a:ext uri="{FF2B5EF4-FFF2-40B4-BE49-F238E27FC236}">
                <a16:creationId xmlns:a16="http://schemas.microsoft.com/office/drawing/2014/main" id="{44CF18E5-3384-4A4F-AE60-A74742DE084F}"/>
              </a:ext>
            </a:extLst>
          </p:cNvPr>
          <p:cNvSpPr>
            <a:spLocks noGrp="1"/>
          </p:cNvSpPr>
          <p:nvPr>
            <p:ph idx="1"/>
          </p:nvPr>
        </p:nvSpPr>
        <p:spPr/>
        <p:txBody>
          <a:bodyPr/>
          <a:lstStyle/>
          <a:p>
            <a:r>
              <a:rPr lang="en-US" altLang="zh-CN" dirty="0">
                <a:latin typeface="微软雅黑" panose="020B0503020204020204" pitchFamily="34" charset="-122"/>
                <a:ea typeface="微软雅黑" panose="020B0503020204020204" pitchFamily="34" charset="-122"/>
              </a:rPr>
              <a:t>SoC</a:t>
            </a:r>
            <a:r>
              <a:rPr lang="zh-CN" altLang="en-US" dirty="0">
                <a:latin typeface="微软雅黑" panose="020B0503020204020204" pitchFamily="34" charset="-122"/>
                <a:ea typeface="微软雅黑" panose="020B0503020204020204" pitchFamily="34" charset="-122"/>
              </a:rPr>
              <a:t>的分类：</a:t>
            </a:r>
            <a:endParaRPr lang="en-US" altLang="zh-CN" dirty="0">
              <a:latin typeface="微软雅黑" panose="020B0503020204020204" pitchFamily="34" charset="-122"/>
              <a:ea typeface="微软雅黑" panose="020B0503020204020204" pitchFamily="34" charset="-122"/>
            </a:endParaRPr>
          </a:p>
          <a:p>
            <a:pPr lvl="1"/>
            <a:r>
              <a:rPr lang="en-US" altLang="zh-CN" dirty="0">
                <a:latin typeface="微软雅黑" panose="020B0503020204020204" pitchFamily="34" charset="-122"/>
                <a:ea typeface="微软雅黑" panose="020B0503020204020204" pitchFamily="34" charset="-122"/>
              </a:rPr>
              <a:t>SoC</a:t>
            </a:r>
            <a:r>
              <a:rPr lang="zh-CN" altLang="en-US" dirty="0">
                <a:latin typeface="微软雅黑" panose="020B0503020204020204" pitchFamily="34" charset="-122"/>
                <a:ea typeface="微软雅黑" panose="020B0503020204020204" pitchFamily="34" charset="-122"/>
              </a:rPr>
              <a:t>按用途可分为两种类型：一种是专用</a:t>
            </a:r>
            <a:r>
              <a:rPr lang="en-US" altLang="zh-CN" dirty="0">
                <a:latin typeface="微软雅黑" panose="020B0503020204020204" pitchFamily="34" charset="-122"/>
                <a:ea typeface="微软雅黑" panose="020B0503020204020204" pitchFamily="34" charset="-122"/>
              </a:rPr>
              <a:t>SoC</a:t>
            </a:r>
            <a:r>
              <a:rPr lang="zh-CN" altLang="en-US" dirty="0">
                <a:latin typeface="微软雅黑" panose="020B0503020204020204" pitchFamily="34" charset="-122"/>
                <a:ea typeface="微软雅黑" panose="020B0503020204020204" pitchFamily="34" charset="-122"/>
              </a:rPr>
              <a:t>芯片，是专用集成电路</a:t>
            </a:r>
            <a:r>
              <a:rPr lang="en-US" altLang="zh-CN" dirty="0">
                <a:latin typeface="微软雅黑" panose="020B0503020204020204" pitchFamily="34" charset="-122"/>
                <a:ea typeface="微软雅黑" panose="020B0503020204020204" pitchFamily="34" charset="-122"/>
              </a:rPr>
              <a:t>(ASIC)</a:t>
            </a:r>
            <a:r>
              <a:rPr lang="zh-CN" altLang="en-US" dirty="0">
                <a:latin typeface="微软雅黑" panose="020B0503020204020204" pitchFamily="34" charset="-122"/>
                <a:ea typeface="微软雅黑" panose="020B0503020204020204" pitchFamily="34" charset="-122"/>
              </a:rPr>
              <a:t>向系统级集成的自然发展；另一种是通用</a:t>
            </a:r>
            <a:r>
              <a:rPr lang="en-US" altLang="zh-CN" dirty="0">
                <a:latin typeface="微软雅黑" panose="020B0503020204020204" pitchFamily="34" charset="-122"/>
                <a:ea typeface="微软雅黑" panose="020B0503020204020204" pitchFamily="34" charset="-122"/>
              </a:rPr>
              <a:t>SoC</a:t>
            </a:r>
            <a:r>
              <a:rPr lang="zh-CN" altLang="en-US" dirty="0">
                <a:latin typeface="微软雅黑" panose="020B0503020204020204" pitchFamily="34" charset="-122"/>
                <a:ea typeface="微软雅黑" panose="020B0503020204020204" pitchFamily="34" charset="-122"/>
              </a:rPr>
              <a:t>芯片，将绝大部分部件，如</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DSP</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RAM</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I/O</a:t>
            </a:r>
            <a:r>
              <a:rPr lang="zh-CN" altLang="en-US" dirty="0">
                <a:latin typeface="微软雅黑" panose="020B0503020204020204" pitchFamily="34" charset="-122"/>
                <a:ea typeface="微软雅黑" panose="020B0503020204020204" pitchFamily="34" charset="-122"/>
              </a:rPr>
              <a:t>等集成在芯片上，同时提供用户设计所需要的逻辑资源和软件编程所需的软件资源。</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SoC</a:t>
            </a:r>
            <a:r>
              <a:rPr lang="zh-CN" altLang="en-US" dirty="0">
                <a:latin typeface="微软雅黑" panose="020B0503020204020204" pitchFamily="34" charset="-122"/>
                <a:ea typeface="微软雅黑" panose="020B0503020204020204" pitchFamily="34" charset="-122"/>
              </a:rPr>
              <a:t>的基本单元：</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在目前的集成电路设计理念中，</a:t>
            </a:r>
            <a:r>
              <a:rPr lang="en-US" altLang="zh-CN" dirty="0">
                <a:latin typeface="微软雅黑" panose="020B0503020204020204" pitchFamily="34" charset="-122"/>
                <a:ea typeface="微软雅黑" panose="020B0503020204020204" pitchFamily="34" charset="-122"/>
              </a:rPr>
              <a:t>IP(Intelligent Property)</a:t>
            </a:r>
            <a:r>
              <a:rPr lang="zh-CN" altLang="en-US" dirty="0">
                <a:latin typeface="微软雅黑" panose="020B0503020204020204" pitchFamily="34" charset="-122"/>
                <a:ea typeface="微软雅黑" panose="020B0503020204020204" pitchFamily="34" charset="-122"/>
              </a:rPr>
              <a:t>是构成</a:t>
            </a:r>
            <a:r>
              <a:rPr lang="en-US" altLang="zh-CN" dirty="0">
                <a:latin typeface="微软雅黑" panose="020B0503020204020204" pitchFamily="34" charset="-122"/>
                <a:ea typeface="微软雅黑" panose="020B0503020204020204" pitchFamily="34" charset="-122"/>
              </a:rPr>
              <a:t>SoC</a:t>
            </a:r>
            <a:r>
              <a:rPr lang="zh-CN" altLang="en-US" dirty="0">
                <a:latin typeface="微软雅黑" panose="020B0503020204020204" pitchFamily="34" charset="-122"/>
                <a:ea typeface="微软雅黑" panose="020B0503020204020204" pitchFamily="34" charset="-122"/>
              </a:rPr>
              <a:t>的基本单元。所谓</a:t>
            </a:r>
            <a:r>
              <a:rPr lang="en-US" altLang="zh-CN" dirty="0">
                <a:latin typeface="微软雅黑" panose="020B0503020204020204" pitchFamily="34" charset="-122"/>
                <a:ea typeface="微软雅黑" panose="020B0503020204020204" pitchFamily="34" charset="-122"/>
              </a:rPr>
              <a:t>IP</a:t>
            </a:r>
            <a:r>
              <a:rPr lang="zh-CN" altLang="en-US" dirty="0">
                <a:latin typeface="微软雅黑" panose="020B0503020204020204" pitchFamily="34" charset="-122"/>
                <a:ea typeface="微软雅黑" panose="020B0503020204020204" pitchFamily="34" charset="-122"/>
              </a:rPr>
              <a:t>是指由各种超级宏单元模块电路组成并经过验证的芯核，也可以理解为满足特定规范，并能在设计中复用的功能模块，又称</a:t>
            </a:r>
            <a:r>
              <a:rPr lang="en-US" altLang="zh-CN" dirty="0">
                <a:latin typeface="微软雅黑" panose="020B0503020204020204" pitchFamily="34" charset="-122"/>
                <a:ea typeface="微软雅黑" panose="020B0503020204020204" pitchFamily="34" charset="-122"/>
              </a:rPr>
              <a:t>IP</a:t>
            </a:r>
            <a:r>
              <a:rPr lang="zh-CN" altLang="en-US" dirty="0">
                <a:latin typeface="微软雅黑" panose="020B0503020204020204" pitchFamily="34" charset="-122"/>
                <a:ea typeface="微软雅黑" panose="020B0503020204020204" pitchFamily="34" charset="-122"/>
              </a:rPr>
              <a:t>核</a:t>
            </a:r>
            <a:r>
              <a:rPr lang="en-US" altLang="zh-CN" dirty="0">
                <a:latin typeface="微软雅黑" panose="020B0503020204020204" pitchFamily="34" charset="-122"/>
                <a:ea typeface="微软雅黑" panose="020B0503020204020204" pitchFamily="34" charset="-122"/>
              </a:rPr>
              <a:t>(IP Core)</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0" indent="0">
              <a:buNone/>
            </a:pP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50188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C40068-81D5-4C82-9ECF-DFC0452DE2BD}"/>
              </a:ext>
            </a:extLst>
          </p:cNvPr>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SoC</a:t>
            </a:r>
            <a:r>
              <a:rPr lang="zh-CN" altLang="en-US" dirty="0">
                <a:latin typeface="微软雅黑" panose="020B0503020204020204" pitchFamily="34" charset="-122"/>
                <a:ea typeface="微软雅黑" panose="020B0503020204020204" pitchFamily="34" charset="-122"/>
              </a:rPr>
              <a:t>的优势</a:t>
            </a:r>
            <a:endParaRPr lang="zh-CN" altLang="en-US" dirty="0"/>
          </a:p>
        </p:txBody>
      </p:sp>
      <p:sp>
        <p:nvSpPr>
          <p:cNvPr id="3" name="内容占位符 2">
            <a:extLst>
              <a:ext uri="{FF2B5EF4-FFF2-40B4-BE49-F238E27FC236}">
                <a16:creationId xmlns:a16="http://schemas.microsoft.com/office/drawing/2014/main" id="{55513210-29F0-4A90-AF68-40D5884CC014}"/>
              </a:ext>
            </a:extLst>
          </p:cNvPr>
          <p:cNvSpPr>
            <a:spLocks noGrp="1"/>
          </p:cNvSpPr>
          <p:nvPr>
            <p:ph idx="1"/>
          </p:nvPr>
        </p:nvSpPr>
        <p:spPr/>
        <p:txBody>
          <a:bodyPr/>
          <a:lstStyle/>
          <a:p>
            <a:r>
              <a:rPr lang="en-US" altLang="zh-CN" dirty="0">
                <a:latin typeface="微软雅黑" panose="020B0503020204020204" pitchFamily="34" charset="-122"/>
                <a:ea typeface="微软雅黑" panose="020B0503020204020204" pitchFamily="34" charset="-122"/>
              </a:rPr>
              <a:t>SoC</a:t>
            </a:r>
            <a:r>
              <a:rPr lang="zh-CN" altLang="en-US" dirty="0">
                <a:latin typeface="微软雅黑" panose="020B0503020204020204" pitchFamily="34" charset="-122"/>
                <a:ea typeface="微软雅黑" panose="020B0503020204020204" pitchFamily="34" charset="-122"/>
              </a:rPr>
              <a:t>相比于传统设计的优势：</a:t>
            </a:r>
            <a:endParaRPr lang="en-US" altLang="zh-CN" dirty="0">
              <a:latin typeface="微软雅黑" panose="020B0503020204020204" pitchFamily="34" charset="-122"/>
              <a:ea typeface="微软雅黑" panose="020B0503020204020204" pitchFamily="34" charset="-122"/>
            </a:endParaRPr>
          </a:p>
          <a:p>
            <a:pPr lvl="1"/>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、可以实现复杂度更高的系统（各种模块、各类技术集成）</a:t>
            </a:r>
            <a:endParaRPr lang="en-US" altLang="zh-CN" dirty="0">
              <a:latin typeface="微软雅黑" panose="020B0503020204020204" pitchFamily="34" charset="-122"/>
              <a:ea typeface="微软雅黑" panose="020B0503020204020204" pitchFamily="34" charset="-122"/>
            </a:endParaRPr>
          </a:p>
          <a:p>
            <a:pPr lvl="1"/>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、具有较低的设计成本（</a:t>
            </a:r>
            <a:r>
              <a:rPr lang="en-US" altLang="zh-CN" dirty="0">
                <a:latin typeface="微软雅黑" panose="020B0503020204020204" pitchFamily="34" charset="-122"/>
                <a:ea typeface="微软雅黑" panose="020B0503020204020204" pitchFamily="34" charset="-122"/>
              </a:rPr>
              <a:t>IP</a:t>
            </a:r>
            <a:r>
              <a:rPr lang="zh-CN" altLang="en-US" dirty="0">
                <a:latin typeface="微软雅黑" panose="020B0503020204020204" pitchFamily="34" charset="-122"/>
                <a:ea typeface="微软雅黑" panose="020B0503020204020204" pitchFamily="34" charset="-122"/>
              </a:rPr>
              <a:t>复用，可编程逻辑）</a:t>
            </a:r>
            <a:endParaRPr lang="en-US" altLang="zh-CN" dirty="0">
              <a:latin typeface="微软雅黑" panose="020B0503020204020204" pitchFamily="34" charset="-122"/>
              <a:ea typeface="微软雅黑" panose="020B0503020204020204" pitchFamily="34" charset="-122"/>
            </a:endParaRPr>
          </a:p>
          <a:p>
            <a:pPr lvl="1"/>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、缩短产品设计时间</a:t>
            </a:r>
            <a:r>
              <a:rPr lang="en-US" altLang="zh-CN" dirty="0">
                <a:latin typeface="微软雅黑" panose="020B0503020204020204" pitchFamily="34" charset="-122"/>
                <a:ea typeface="微软雅黑" panose="020B0503020204020204" pitchFamily="34" charset="-122"/>
              </a:rPr>
              <a:t>(IP</a:t>
            </a:r>
            <a:r>
              <a:rPr lang="zh-CN" altLang="en-US" dirty="0">
                <a:latin typeface="微软雅黑" panose="020B0503020204020204" pitchFamily="34" charset="-122"/>
                <a:ea typeface="微软雅黑" panose="020B0503020204020204" pitchFamily="34" charset="-122"/>
              </a:rPr>
              <a:t>复用）</a:t>
            </a:r>
            <a:endParaRPr lang="en-US" altLang="zh-CN" dirty="0">
              <a:latin typeface="微软雅黑" panose="020B0503020204020204" pitchFamily="34" charset="-122"/>
              <a:ea typeface="微软雅黑" panose="020B0503020204020204" pitchFamily="34" charset="-122"/>
            </a:endParaRPr>
          </a:p>
          <a:p>
            <a:pPr lvl="1"/>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、减少产品返工次数（系统分析，软硬件协同设计）</a:t>
            </a:r>
            <a:endParaRPr lang="en-US" altLang="zh-CN" dirty="0">
              <a:latin typeface="微软雅黑" panose="020B0503020204020204" pitchFamily="34" charset="-122"/>
              <a:ea typeface="微软雅黑" panose="020B0503020204020204" pitchFamily="34" charset="-122"/>
            </a:endParaRPr>
          </a:p>
          <a:p>
            <a:pPr lvl="1"/>
            <a:r>
              <a:rPr lang="en-US" altLang="zh-CN" dirty="0">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、可以满足更小尺寸的设计要求</a:t>
            </a:r>
            <a:endParaRPr lang="en-US" altLang="zh-CN" dirty="0">
              <a:latin typeface="微软雅黑" panose="020B0503020204020204" pitchFamily="34" charset="-122"/>
              <a:ea typeface="微软雅黑" panose="020B0503020204020204" pitchFamily="34" charset="-122"/>
            </a:endParaRPr>
          </a:p>
          <a:p>
            <a:pPr lvl="1"/>
            <a:r>
              <a:rPr lang="en-US" altLang="zh-CN" dirty="0">
                <a:latin typeface="微软雅黑" panose="020B0503020204020204" pitchFamily="34" charset="-122"/>
                <a:ea typeface="微软雅黑" panose="020B0503020204020204" pitchFamily="34" charset="-122"/>
              </a:rPr>
              <a:t>6</a:t>
            </a:r>
            <a:r>
              <a:rPr lang="zh-CN" altLang="en-US" dirty="0">
                <a:latin typeface="微软雅黑" panose="020B0503020204020204" pitchFamily="34" charset="-122"/>
                <a:ea typeface="微软雅黑" panose="020B0503020204020204" pitchFamily="34" charset="-122"/>
              </a:rPr>
              <a:t>、可以达到低功耗的设计要求</a:t>
            </a:r>
          </a:p>
        </p:txBody>
      </p:sp>
    </p:spTree>
    <p:extLst>
      <p:ext uri="{BB962C8B-B14F-4D97-AF65-F5344CB8AC3E}">
        <p14:creationId xmlns:p14="http://schemas.microsoft.com/office/powerpoint/2010/main" val="602519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5CCAF7-B1C6-47FA-BCED-A6F75264B74B}"/>
              </a:ext>
            </a:extLst>
          </p:cNvPr>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SoC</a:t>
            </a:r>
            <a:r>
              <a:rPr lang="zh-CN" altLang="en-US" dirty="0">
                <a:latin typeface="微软雅黑" panose="020B0503020204020204" pitchFamily="34" charset="-122"/>
                <a:ea typeface="微软雅黑" panose="020B0503020204020204" pitchFamily="34" charset="-122"/>
              </a:rPr>
              <a:t>的系统架构</a:t>
            </a:r>
            <a:endParaRPr lang="zh-CN" altLang="en-US" dirty="0"/>
          </a:p>
        </p:txBody>
      </p:sp>
      <p:sp>
        <p:nvSpPr>
          <p:cNvPr id="3" name="内容占位符 2">
            <a:extLst>
              <a:ext uri="{FF2B5EF4-FFF2-40B4-BE49-F238E27FC236}">
                <a16:creationId xmlns:a16="http://schemas.microsoft.com/office/drawing/2014/main" id="{38D1E5F7-A3D2-48C8-A8F2-D8338698D6C0}"/>
              </a:ext>
            </a:extLst>
          </p:cNvPr>
          <p:cNvSpPr>
            <a:spLocks noGrp="1"/>
          </p:cNvSpPr>
          <p:nvPr>
            <p:ph idx="1"/>
          </p:nvPr>
        </p:nvSpPr>
        <p:spPr>
          <a:xfrm>
            <a:off x="838200" y="1825624"/>
            <a:ext cx="10515600" cy="5032375"/>
          </a:xfrm>
        </p:spPr>
        <p:txBody>
          <a:bodyPr/>
          <a:lstStyle/>
          <a:p>
            <a:r>
              <a:rPr lang="zh-CN" altLang="en-US" dirty="0">
                <a:latin typeface="微软雅黑" panose="020B0503020204020204" pitchFamily="34" charset="-122"/>
                <a:ea typeface="微软雅黑" panose="020B0503020204020204" pitchFamily="34" charset="-122"/>
              </a:rPr>
              <a:t>处理器</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在</a:t>
            </a:r>
            <a:r>
              <a:rPr lang="en-US" altLang="zh-CN" dirty="0">
                <a:latin typeface="微软雅黑" panose="020B0503020204020204" pitchFamily="34" charset="-122"/>
                <a:ea typeface="微软雅黑" panose="020B0503020204020204" pitchFamily="34" charset="-122"/>
              </a:rPr>
              <a:t>SoC</a:t>
            </a:r>
            <a:r>
              <a:rPr lang="zh-CN" altLang="en-US" dirty="0">
                <a:latin typeface="微软雅黑" panose="020B0503020204020204" pitchFamily="34" charset="-122"/>
                <a:ea typeface="微软雅黑" panose="020B0503020204020204" pitchFamily="34" charset="-122"/>
              </a:rPr>
              <a:t>中使用的处理器主要分</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类：通用处理器</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、数字信号处理器</a:t>
            </a:r>
            <a:r>
              <a:rPr lang="en-US" altLang="zh-CN" dirty="0">
                <a:latin typeface="微软雅黑" panose="020B0503020204020204" pitchFamily="34" charset="-122"/>
                <a:ea typeface="微软雅黑" panose="020B0503020204020204" pitchFamily="34" charset="-122"/>
              </a:rPr>
              <a:t>(DSP)</a:t>
            </a:r>
            <a:r>
              <a:rPr lang="zh-CN" altLang="en-US" dirty="0">
                <a:latin typeface="微软雅黑" panose="020B0503020204020204" pitchFamily="34" charset="-122"/>
                <a:ea typeface="微软雅黑" panose="020B0503020204020204" pitchFamily="34" charset="-122"/>
              </a:rPr>
              <a:t>和可配置处理器。其中</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主要负责控制、操作系统平台和一般的信号处理等任务；</a:t>
            </a:r>
            <a:r>
              <a:rPr lang="en-US" altLang="zh-CN" dirty="0">
                <a:latin typeface="微软雅黑" panose="020B0503020204020204" pitchFamily="34" charset="-122"/>
                <a:ea typeface="微软雅黑" panose="020B0503020204020204" pitchFamily="34" charset="-122"/>
              </a:rPr>
              <a:t>DSP</a:t>
            </a:r>
            <a:r>
              <a:rPr lang="zh-CN" altLang="en-US" dirty="0">
                <a:latin typeface="微软雅黑" panose="020B0503020204020204" pitchFamily="34" charset="-122"/>
                <a:ea typeface="微软雅黑" panose="020B0503020204020204" pitchFamily="34" charset="-122"/>
              </a:rPr>
              <a:t>有着更高的指令并行性和强大的浮点运算能力；可配置处理器可以根据需要配置不同体系架构的处理器，获得性能和功能的优化。</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常用的</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ARM</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MIPS</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PowerPC</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RISC-V</a:t>
            </a:r>
            <a:r>
              <a:rPr lang="zh-CN" altLang="en-US" dirty="0">
                <a:latin typeface="微软雅黑" panose="020B0503020204020204" pitchFamily="34" charset="-122"/>
                <a:ea typeface="微软雅黑" panose="020B0503020204020204" pitchFamily="34" charset="-122"/>
              </a:rPr>
              <a:t>。</a:t>
            </a:r>
          </a:p>
          <a:p>
            <a:r>
              <a:rPr lang="zh-CN" altLang="en-US" dirty="0">
                <a:latin typeface="微软雅黑" panose="020B0503020204020204" pitchFamily="34" charset="-122"/>
                <a:ea typeface="微软雅黑" panose="020B0503020204020204" pitchFamily="34" charset="-122"/>
              </a:rPr>
              <a:t>总线</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总线提供了系统中各个设备之间一种互联的访问共享硬件机制。在数字系统中，总线承担着数据传输的任务如处理器和存储器之间的数据传输。总线的传输能力由总线的宽度和工作频率决定。</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总线连接的设备根据功能不同分为总线主设备和从设备。总线主设备可以发起一个传输任务，而从设备则对主设备发起的事务做出回应。</a:t>
            </a:r>
            <a:endParaRPr lang="en-US" altLang="zh-CN" dirty="0">
              <a:latin typeface="微软雅黑" panose="020B0503020204020204" pitchFamily="34" charset="-122"/>
              <a:ea typeface="微软雅黑" panose="020B0503020204020204" pitchFamily="34" charset="-122"/>
            </a:endParaRPr>
          </a:p>
          <a:p>
            <a:pPr lvl="1"/>
            <a:endParaRPr lang="zh-CN" altLang="en-US"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51331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1D32B2-3355-48B6-961C-50E037436210}"/>
              </a:ext>
            </a:extLst>
          </p:cNvPr>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SoC</a:t>
            </a:r>
            <a:r>
              <a:rPr lang="zh-CN" altLang="en-US" dirty="0">
                <a:latin typeface="微软雅黑" panose="020B0503020204020204" pitchFamily="34" charset="-122"/>
                <a:ea typeface="微软雅黑" panose="020B0503020204020204" pitchFamily="34" charset="-122"/>
              </a:rPr>
              <a:t>的系统架构</a:t>
            </a:r>
            <a:endParaRPr lang="zh-CN" altLang="en-US" dirty="0"/>
          </a:p>
        </p:txBody>
      </p:sp>
      <p:sp>
        <p:nvSpPr>
          <p:cNvPr id="3" name="内容占位符 2">
            <a:extLst>
              <a:ext uri="{FF2B5EF4-FFF2-40B4-BE49-F238E27FC236}">
                <a16:creationId xmlns:a16="http://schemas.microsoft.com/office/drawing/2014/main" id="{7815C1D2-92DF-479F-B557-5B1EA4CC05B0}"/>
              </a:ext>
            </a:extLst>
          </p:cNvPr>
          <p:cNvSpPr>
            <a:spLocks noGrp="1"/>
          </p:cNvSpPr>
          <p:nvPr>
            <p:ph idx="1"/>
          </p:nvPr>
        </p:nvSpPr>
        <p:spPr>
          <a:xfrm>
            <a:off x="838200" y="1825625"/>
            <a:ext cx="10515600" cy="4667250"/>
          </a:xfrm>
        </p:spPr>
        <p:txBody>
          <a:bodyPr>
            <a:normAutofit/>
          </a:bodyPr>
          <a:lstStyle/>
          <a:p>
            <a:r>
              <a:rPr lang="zh-CN" altLang="en-US" dirty="0">
                <a:latin typeface="微软雅黑" panose="020B0503020204020204" pitchFamily="34" charset="-122"/>
                <a:ea typeface="微软雅黑" panose="020B0503020204020204" pitchFamily="34" charset="-122"/>
              </a:rPr>
              <a:t>总线：</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当总线上存在多个主设备竞争使用时（如</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DMA</a:t>
            </a:r>
            <a:r>
              <a:rPr lang="zh-CN" altLang="en-US" dirty="0">
                <a:latin typeface="微软雅黑" panose="020B0503020204020204" pitchFamily="34" charset="-122"/>
                <a:ea typeface="微软雅黑" panose="020B0503020204020204" pitchFamily="34" charset="-122"/>
              </a:rPr>
              <a:t>控制器），需要通过一种仲裁机制来决定总线的使用，仲裁机制的差异会影响总线的利用效率和任一总线主设备所见到的迟滞。</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较有影响力的片上总线标准：</a:t>
            </a:r>
            <a:endParaRPr lang="en-US" altLang="zh-CN" dirty="0">
              <a:latin typeface="微软雅黑" panose="020B0503020204020204" pitchFamily="34" charset="-122"/>
              <a:ea typeface="微软雅黑" panose="020B0503020204020204" pitchFamily="34" charset="-122"/>
            </a:endParaRPr>
          </a:p>
          <a:p>
            <a:pPr lvl="2"/>
            <a:r>
              <a:rPr lang="en-US" altLang="zh-CN" dirty="0">
                <a:latin typeface="微软雅黑" panose="020B0503020204020204" pitchFamily="34" charset="-122"/>
                <a:ea typeface="微软雅黑" panose="020B0503020204020204" pitchFamily="34" charset="-122"/>
              </a:rPr>
              <a:t>ARM</a:t>
            </a:r>
            <a:r>
              <a:rPr lang="zh-CN" altLang="en-US" dirty="0">
                <a:latin typeface="微软雅黑" panose="020B0503020204020204" pitchFamily="34" charset="-122"/>
                <a:ea typeface="微软雅黑" panose="020B0503020204020204" pitchFamily="34" charset="-122"/>
              </a:rPr>
              <a:t>的</a:t>
            </a:r>
            <a:r>
              <a:rPr lang="en-US" altLang="zh-CN" dirty="0">
                <a:latin typeface="微软雅黑" panose="020B0503020204020204" pitchFamily="34" charset="-122"/>
                <a:ea typeface="微软雅黑" panose="020B0503020204020204" pitchFamily="34" charset="-122"/>
              </a:rPr>
              <a:t>AMBA</a:t>
            </a:r>
            <a:r>
              <a:rPr lang="zh-CN" altLang="en-US" dirty="0">
                <a:latin typeface="微软雅黑" panose="020B0503020204020204" pitchFamily="34" charset="-122"/>
                <a:ea typeface="微软雅黑" panose="020B0503020204020204" pitchFamily="34" charset="-122"/>
              </a:rPr>
              <a:t>总线，包括</a:t>
            </a:r>
            <a:r>
              <a:rPr lang="en-US" altLang="zh-CN" dirty="0">
                <a:latin typeface="微软雅黑" panose="020B0503020204020204" pitchFamily="34" charset="-122"/>
                <a:ea typeface="微软雅黑" panose="020B0503020204020204" pitchFamily="34" charset="-122"/>
              </a:rPr>
              <a:t>AHB</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ASB</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APB</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AXI</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2"/>
            <a:r>
              <a:rPr lang="en-US" altLang="zh-CN" dirty="0">
                <a:latin typeface="微软雅黑" panose="020B0503020204020204" pitchFamily="34" charset="-122"/>
                <a:ea typeface="微软雅黑" panose="020B0503020204020204" pitchFamily="34" charset="-122"/>
              </a:rPr>
              <a:t>IBM</a:t>
            </a:r>
            <a:r>
              <a:rPr lang="zh-CN" altLang="en-US" dirty="0">
                <a:latin typeface="微软雅黑" panose="020B0503020204020204" pitchFamily="34" charset="-122"/>
                <a:ea typeface="微软雅黑" panose="020B0503020204020204" pitchFamily="34" charset="-122"/>
              </a:rPr>
              <a:t>的</a:t>
            </a:r>
            <a:r>
              <a:rPr lang="en-US" altLang="zh-CN" dirty="0" err="1">
                <a:latin typeface="微软雅黑" panose="020B0503020204020204" pitchFamily="34" charset="-122"/>
                <a:ea typeface="微软雅黑" panose="020B0503020204020204" pitchFamily="34" charset="-122"/>
              </a:rPr>
              <a:t>CoreConnect</a:t>
            </a:r>
            <a:r>
              <a:rPr lang="zh-CN" altLang="en-US" dirty="0">
                <a:latin typeface="微软雅黑" panose="020B0503020204020204" pitchFamily="34" charset="-122"/>
                <a:ea typeface="微软雅黑" panose="020B0503020204020204" pitchFamily="34" charset="-122"/>
              </a:rPr>
              <a:t>总线，包括</a:t>
            </a:r>
            <a:r>
              <a:rPr lang="en-US" altLang="zh-CN" dirty="0">
                <a:latin typeface="微软雅黑" panose="020B0503020204020204" pitchFamily="34" charset="-122"/>
                <a:ea typeface="微软雅黑" panose="020B0503020204020204" pitchFamily="34" charset="-122"/>
              </a:rPr>
              <a:t>PLB</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OPB</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DCR</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2"/>
            <a:r>
              <a:rPr lang="en-US" altLang="zh-CN" dirty="0" err="1">
                <a:latin typeface="微软雅黑" panose="020B0503020204020204" pitchFamily="34" charset="-122"/>
                <a:ea typeface="微软雅黑" panose="020B0503020204020204" pitchFamily="34" charset="-122"/>
              </a:rPr>
              <a:t>Silicore</a:t>
            </a:r>
            <a:r>
              <a:rPr lang="en-US" altLang="zh-CN" dirty="0">
                <a:latin typeface="微软雅黑" panose="020B0503020204020204" pitchFamily="34" charset="-122"/>
                <a:ea typeface="微软雅黑" panose="020B0503020204020204" pitchFamily="34" charset="-122"/>
              </a:rPr>
              <a:t> Corp</a:t>
            </a:r>
            <a:r>
              <a:rPr lang="zh-CN" altLang="en-US" dirty="0">
                <a:latin typeface="微软雅黑" panose="020B0503020204020204" pitchFamily="34" charset="-122"/>
                <a:ea typeface="微软雅黑" panose="020B0503020204020204" pitchFamily="34" charset="-122"/>
              </a:rPr>
              <a:t>的</a:t>
            </a:r>
            <a:r>
              <a:rPr lang="en-US" altLang="zh-CN" dirty="0">
                <a:latin typeface="微软雅黑" panose="020B0503020204020204" pitchFamily="34" charset="-122"/>
                <a:ea typeface="微软雅黑" panose="020B0503020204020204" pitchFamily="34" charset="-122"/>
              </a:rPr>
              <a:t>Wishbone</a:t>
            </a:r>
            <a:r>
              <a:rPr lang="zh-CN" altLang="en-US" dirty="0">
                <a:latin typeface="微软雅黑" panose="020B0503020204020204" pitchFamily="34" charset="-122"/>
                <a:ea typeface="微软雅黑" panose="020B0503020204020204" pitchFamily="34" charset="-122"/>
              </a:rPr>
              <a:t>总线。</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存储器</a:t>
            </a:r>
          </a:p>
          <a:p>
            <a:pPr lvl="1"/>
            <a:r>
              <a:rPr lang="zh-CN" altLang="en-US" dirty="0">
                <a:latin typeface="微软雅黑" panose="020B0503020204020204" pitchFamily="34" charset="-122"/>
                <a:ea typeface="微软雅黑" panose="020B0503020204020204" pitchFamily="34" charset="-122"/>
              </a:rPr>
              <a:t>在</a:t>
            </a:r>
            <a:r>
              <a:rPr lang="en-US" altLang="zh-CN" dirty="0">
                <a:latin typeface="微软雅黑" panose="020B0503020204020204" pitchFamily="34" charset="-122"/>
                <a:ea typeface="微软雅黑" panose="020B0503020204020204" pitchFamily="34" charset="-122"/>
              </a:rPr>
              <a:t>SoC</a:t>
            </a:r>
            <a:r>
              <a:rPr lang="zh-CN" altLang="en-US" dirty="0">
                <a:latin typeface="微软雅黑" panose="020B0503020204020204" pitchFamily="34" charset="-122"/>
                <a:ea typeface="微软雅黑" panose="020B0503020204020204" pitchFamily="34" charset="-122"/>
              </a:rPr>
              <a:t>中，存储器是决定性能的另一个重要因素。不同的</a:t>
            </a:r>
            <a:r>
              <a:rPr lang="en-US" altLang="zh-CN" dirty="0">
                <a:latin typeface="微软雅黑" panose="020B0503020204020204" pitchFamily="34" charset="-122"/>
                <a:ea typeface="微软雅黑" panose="020B0503020204020204" pitchFamily="34" charset="-122"/>
              </a:rPr>
              <a:t>SoC</a:t>
            </a:r>
            <a:r>
              <a:rPr lang="zh-CN" altLang="en-US" dirty="0">
                <a:latin typeface="微软雅黑" panose="020B0503020204020204" pitchFamily="34" charset="-122"/>
                <a:ea typeface="微软雅黑" panose="020B0503020204020204" pitchFamily="34" charset="-122"/>
              </a:rPr>
              <a:t>中，根据实际需要采用不同类型和大小的存储器，但其基本存储体系大体一致，见图（下页）。</a:t>
            </a:r>
          </a:p>
        </p:txBody>
      </p:sp>
    </p:spTree>
    <p:extLst>
      <p:ext uri="{BB962C8B-B14F-4D97-AF65-F5344CB8AC3E}">
        <p14:creationId xmlns:p14="http://schemas.microsoft.com/office/powerpoint/2010/main" val="22748925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7A51B5-9F98-4622-9CED-7AA4FE2B99C0}"/>
              </a:ext>
            </a:extLst>
          </p:cNvPr>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SoC</a:t>
            </a:r>
            <a:r>
              <a:rPr lang="zh-CN" altLang="en-US" dirty="0">
                <a:latin typeface="微软雅黑" panose="020B0503020204020204" pitchFamily="34" charset="-122"/>
                <a:ea typeface="微软雅黑" panose="020B0503020204020204" pitchFamily="34" charset="-122"/>
              </a:rPr>
              <a:t>的系统架构</a:t>
            </a:r>
            <a:endParaRPr lang="zh-CN" altLang="en-US" dirty="0"/>
          </a:p>
        </p:txBody>
      </p:sp>
      <p:sp>
        <p:nvSpPr>
          <p:cNvPr id="3" name="内容占位符 2">
            <a:extLst>
              <a:ext uri="{FF2B5EF4-FFF2-40B4-BE49-F238E27FC236}">
                <a16:creationId xmlns:a16="http://schemas.microsoft.com/office/drawing/2014/main" id="{C3AC3F89-4996-42AA-B369-523714BF1897}"/>
              </a:ext>
            </a:extLst>
          </p:cNvPr>
          <p:cNvSpPr>
            <a:spLocks noGrp="1"/>
          </p:cNvSpPr>
          <p:nvPr>
            <p:ph idx="1"/>
          </p:nvPr>
        </p:nvSpPr>
        <p:spPr>
          <a:xfrm>
            <a:off x="838200" y="1825624"/>
            <a:ext cx="10515600" cy="5032375"/>
          </a:xfrm>
        </p:spPr>
        <p:txBody>
          <a:bodyPr>
            <a:normAutofit/>
          </a:bodyPr>
          <a:lstStyle/>
          <a:p>
            <a:r>
              <a:rPr lang="zh-CN" altLang="en-US" dirty="0">
                <a:latin typeface="微软雅黑" panose="020B0503020204020204" pitchFamily="34" charset="-122"/>
                <a:ea typeface="微软雅黑" panose="020B0503020204020204" pitchFamily="34" charset="-122"/>
              </a:rPr>
              <a:t>存储器</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典型的</a:t>
            </a:r>
            <a:r>
              <a:rPr lang="en-US" altLang="zh-CN" dirty="0">
                <a:latin typeface="微软雅黑" panose="020B0503020204020204" pitchFamily="34" charset="-122"/>
                <a:ea typeface="微软雅黑" panose="020B0503020204020204" pitchFamily="34" charset="-122"/>
              </a:rPr>
              <a:t>SoC</a:t>
            </a:r>
            <a:r>
              <a:rPr lang="zh-CN" altLang="en-US" dirty="0">
                <a:latin typeface="微软雅黑" panose="020B0503020204020204" pitchFamily="34" charset="-122"/>
                <a:ea typeface="微软雅黑" panose="020B0503020204020204" pitchFamily="34" charset="-122"/>
              </a:rPr>
              <a:t>存储器体系包括处理器内部的寄</a:t>
            </a:r>
            <a:endParaRPr lang="en-US" altLang="zh-CN" dirty="0">
              <a:latin typeface="微软雅黑" panose="020B0503020204020204" pitchFamily="34" charset="-122"/>
              <a:ea typeface="微软雅黑" panose="020B0503020204020204" pitchFamily="34" charset="-122"/>
            </a:endParaRPr>
          </a:p>
          <a:p>
            <a:pPr marL="457200" lvl="1" indent="0">
              <a:buNone/>
            </a:pPr>
            <a:r>
              <a:rPr lang="zh-CN" altLang="en-US" dirty="0">
                <a:latin typeface="微软雅黑" panose="020B0503020204020204" pitchFamily="34" charset="-122"/>
                <a:ea typeface="微软雅黑" panose="020B0503020204020204" pitchFamily="34" charset="-122"/>
              </a:rPr>
              <a:t>存器、</a:t>
            </a:r>
            <a:r>
              <a:rPr lang="en-US" altLang="zh-CN" dirty="0">
                <a:latin typeface="微软雅黑" panose="020B0503020204020204" pitchFamily="34" charset="-122"/>
                <a:ea typeface="微软雅黑" panose="020B0503020204020204" pitchFamily="34" charset="-122"/>
              </a:rPr>
              <a:t>Cache</a:t>
            </a:r>
            <a:r>
              <a:rPr lang="zh-CN" altLang="en-US" dirty="0">
                <a:latin typeface="微软雅黑" panose="020B0503020204020204" pitchFamily="34" charset="-122"/>
                <a:ea typeface="微软雅黑" panose="020B0503020204020204" pitchFamily="34" charset="-122"/>
              </a:rPr>
              <a:t>、片内</a:t>
            </a:r>
            <a:r>
              <a:rPr lang="en-US" altLang="zh-CN" dirty="0">
                <a:latin typeface="微软雅黑" panose="020B0503020204020204" pitchFamily="34" charset="-122"/>
                <a:ea typeface="微软雅黑" panose="020B0503020204020204" pitchFamily="34" charset="-122"/>
              </a:rPr>
              <a:t>ROM</a:t>
            </a:r>
            <a:r>
              <a:rPr lang="zh-CN" altLang="en-US" dirty="0">
                <a:latin typeface="微软雅黑" panose="020B0503020204020204" pitchFamily="34" charset="-122"/>
                <a:ea typeface="微软雅黑" panose="020B0503020204020204" pitchFamily="34" charset="-122"/>
              </a:rPr>
              <a:t>、片外主存和非易失</a:t>
            </a:r>
            <a:endParaRPr lang="en-US" altLang="zh-CN" dirty="0">
              <a:latin typeface="微软雅黑" panose="020B0503020204020204" pitchFamily="34" charset="-122"/>
              <a:ea typeface="微软雅黑" panose="020B0503020204020204" pitchFamily="34" charset="-122"/>
            </a:endParaRPr>
          </a:p>
          <a:p>
            <a:pPr marL="457200" lvl="1" indent="0">
              <a:buNone/>
            </a:pPr>
            <a:r>
              <a:rPr lang="zh-CN" altLang="en-US" dirty="0">
                <a:latin typeface="微软雅黑" panose="020B0503020204020204" pitchFamily="34" charset="-122"/>
                <a:ea typeface="微软雅黑" panose="020B0503020204020204" pitchFamily="34" charset="-122"/>
              </a:rPr>
              <a:t>存储器</a:t>
            </a:r>
            <a:r>
              <a:rPr lang="en-US" altLang="zh-CN" dirty="0">
                <a:latin typeface="微软雅黑" panose="020B0503020204020204" pitchFamily="34" charset="-122"/>
                <a:ea typeface="微软雅黑" panose="020B0503020204020204" pitchFamily="34" charset="-122"/>
              </a:rPr>
              <a:t>Flash</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由</a:t>
            </a:r>
            <a:r>
              <a:rPr lang="en-US" altLang="zh-CN" dirty="0">
                <a:latin typeface="微软雅黑" panose="020B0503020204020204" pitchFamily="34" charset="-122"/>
                <a:ea typeface="微软雅黑" panose="020B0503020204020204" pitchFamily="34" charset="-122"/>
              </a:rPr>
              <a:t>SoC</a:t>
            </a:r>
            <a:r>
              <a:rPr lang="zh-CN" altLang="en-US" dirty="0">
                <a:latin typeface="微软雅黑" panose="020B0503020204020204" pitchFamily="34" charset="-122"/>
                <a:ea typeface="微软雅黑" panose="020B0503020204020204" pitchFamily="34" charset="-122"/>
              </a:rPr>
              <a:t>存储体系中的各存储器的特性，构成分</a:t>
            </a:r>
            <a:endParaRPr lang="en-US" altLang="zh-CN" dirty="0">
              <a:latin typeface="微软雅黑" panose="020B0503020204020204" pitchFamily="34" charset="-122"/>
              <a:ea typeface="微软雅黑" panose="020B0503020204020204" pitchFamily="34" charset="-122"/>
            </a:endParaRPr>
          </a:p>
          <a:p>
            <a:pPr marL="457200" lvl="1" indent="0">
              <a:buNone/>
            </a:pPr>
            <a:r>
              <a:rPr lang="zh-CN" altLang="en-US" dirty="0">
                <a:latin typeface="微软雅黑" panose="020B0503020204020204" pitchFamily="34" charset="-122"/>
                <a:ea typeface="微软雅黑" panose="020B0503020204020204" pitchFamily="34" charset="-122"/>
              </a:rPr>
              <a:t>层存储结构。从寄存器到</a:t>
            </a:r>
            <a:r>
              <a:rPr lang="en-US" altLang="zh-CN" dirty="0">
                <a:latin typeface="微软雅黑" panose="020B0503020204020204" pitchFamily="34" charset="-122"/>
                <a:ea typeface="微软雅黑" panose="020B0503020204020204" pitchFamily="34" charset="-122"/>
              </a:rPr>
              <a:t>Flash</a:t>
            </a:r>
            <a:r>
              <a:rPr lang="zh-CN" altLang="en-US" dirty="0">
                <a:latin typeface="微软雅黑" panose="020B0503020204020204" pitchFamily="34" charset="-122"/>
                <a:ea typeface="微软雅黑" panose="020B0503020204020204" pitchFamily="34" charset="-122"/>
              </a:rPr>
              <a:t>，访问速度越来</a:t>
            </a:r>
            <a:endParaRPr lang="en-US" altLang="zh-CN" dirty="0">
              <a:latin typeface="微软雅黑" panose="020B0503020204020204" pitchFamily="34" charset="-122"/>
              <a:ea typeface="微软雅黑" panose="020B0503020204020204" pitchFamily="34" charset="-122"/>
            </a:endParaRPr>
          </a:p>
          <a:p>
            <a:pPr marL="457200" lvl="1" indent="0">
              <a:buNone/>
            </a:pPr>
            <a:r>
              <a:rPr lang="zh-CN" altLang="en-US" dirty="0">
                <a:latin typeface="微软雅黑" panose="020B0503020204020204" pitchFamily="34" charset="-122"/>
                <a:ea typeface="微软雅黑" panose="020B0503020204020204" pitchFamily="34" charset="-122"/>
              </a:rPr>
              <a:t>越慢，存储容量越来越大，成本越来越低，且</a:t>
            </a:r>
            <a:endParaRPr lang="en-US" altLang="zh-CN" dirty="0">
              <a:latin typeface="微软雅黑" panose="020B0503020204020204" pitchFamily="34" charset="-122"/>
              <a:ea typeface="微软雅黑" panose="020B0503020204020204" pitchFamily="34" charset="-122"/>
            </a:endParaRPr>
          </a:p>
          <a:p>
            <a:pPr marL="457200" lvl="1" indent="0">
              <a:buNone/>
            </a:pPr>
            <a:r>
              <a:rPr lang="zh-CN" altLang="en-US" dirty="0">
                <a:latin typeface="微软雅黑" panose="020B0503020204020204" pitchFamily="34" charset="-122"/>
                <a:ea typeface="微软雅黑" panose="020B0503020204020204" pitchFamily="34" charset="-122"/>
              </a:rPr>
              <a:t>上一层的存储的内容为下一层的子集。采用分</a:t>
            </a:r>
            <a:endParaRPr lang="en-US" altLang="zh-CN" dirty="0">
              <a:latin typeface="微软雅黑" panose="020B0503020204020204" pitchFamily="34" charset="-122"/>
              <a:ea typeface="微软雅黑" panose="020B0503020204020204" pitchFamily="34" charset="-122"/>
            </a:endParaRPr>
          </a:p>
          <a:p>
            <a:pPr marL="457200" lvl="1" indent="0">
              <a:buNone/>
            </a:pPr>
            <a:r>
              <a:rPr lang="zh-CN" altLang="en-US" dirty="0">
                <a:latin typeface="微软雅黑" panose="020B0503020204020204" pitchFamily="34" charset="-122"/>
                <a:ea typeface="微软雅黑" panose="020B0503020204020204" pitchFamily="34" charset="-122"/>
              </a:rPr>
              <a:t>层存储结构后，</a:t>
            </a:r>
            <a:r>
              <a:rPr lang="en-US" altLang="zh-CN" dirty="0">
                <a:latin typeface="微软雅黑" panose="020B0503020204020204" pitchFamily="34" charset="-122"/>
                <a:ea typeface="微软雅黑" panose="020B0503020204020204" pitchFamily="34" charset="-122"/>
              </a:rPr>
              <a:t>SoC</a:t>
            </a:r>
            <a:r>
              <a:rPr lang="zh-CN" altLang="en-US" dirty="0">
                <a:latin typeface="微软雅黑" panose="020B0503020204020204" pitchFamily="34" charset="-122"/>
                <a:ea typeface="微软雅黑" panose="020B0503020204020204" pitchFamily="34" charset="-122"/>
              </a:rPr>
              <a:t>存储体系可在性能、容量</a:t>
            </a:r>
            <a:endParaRPr lang="en-US" altLang="zh-CN" dirty="0">
              <a:latin typeface="微软雅黑" panose="020B0503020204020204" pitchFamily="34" charset="-122"/>
              <a:ea typeface="微软雅黑" panose="020B0503020204020204" pitchFamily="34" charset="-122"/>
            </a:endParaRPr>
          </a:p>
          <a:p>
            <a:pPr marL="457200" lvl="1" indent="0">
              <a:buNone/>
            </a:pPr>
            <a:r>
              <a:rPr lang="zh-CN" altLang="en-US" dirty="0">
                <a:latin typeface="微软雅黑" panose="020B0503020204020204" pitchFamily="34" charset="-122"/>
                <a:ea typeface="微软雅黑" panose="020B0503020204020204" pitchFamily="34" charset="-122"/>
              </a:rPr>
              <a:t>及成本之间获得一个更好的折中设计。</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常见的存储器：</a:t>
            </a:r>
            <a:r>
              <a:rPr lang="en-US" altLang="zh-CN" dirty="0">
                <a:latin typeface="微软雅黑" panose="020B0503020204020204" pitchFamily="34" charset="-122"/>
                <a:ea typeface="微软雅黑" panose="020B0503020204020204" pitchFamily="34" charset="-122"/>
              </a:rPr>
              <a:t>SRAM</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DRAM</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Flash</a:t>
            </a:r>
            <a:r>
              <a:rPr lang="zh-CN" altLang="en-US" dirty="0">
                <a:latin typeface="微软雅黑" panose="020B0503020204020204" pitchFamily="34" charset="-122"/>
                <a:ea typeface="微软雅黑" panose="020B0503020204020204" pitchFamily="34" charset="-122"/>
              </a:rPr>
              <a:t>等。</a:t>
            </a:r>
            <a:endParaRPr lang="en-US" altLang="zh-CN"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15EB9DFD-BF7C-4625-ACB7-37D24F708A97}"/>
              </a:ext>
            </a:extLst>
          </p:cNvPr>
          <p:cNvPicPr>
            <a:picLocks noChangeAspect="1"/>
          </p:cNvPicPr>
          <p:nvPr/>
        </p:nvPicPr>
        <p:blipFill>
          <a:blip r:embed="rId3"/>
          <a:stretch>
            <a:fillRect/>
          </a:stretch>
        </p:blipFill>
        <p:spPr>
          <a:xfrm>
            <a:off x="7657584" y="1288007"/>
            <a:ext cx="3696216" cy="2457793"/>
          </a:xfrm>
          <a:prstGeom prst="rect">
            <a:avLst/>
          </a:prstGeom>
        </p:spPr>
      </p:pic>
      <p:pic>
        <p:nvPicPr>
          <p:cNvPr id="5" name="图片 4">
            <a:extLst>
              <a:ext uri="{FF2B5EF4-FFF2-40B4-BE49-F238E27FC236}">
                <a16:creationId xmlns:a16="http://schemas.microsoft.com/office/drawing/2014/main" id="{25B1265B-E588-45CD-A69A-59DCB1C737FD}"/>
              </a:ext>
            </a:extLst>
          </p:cNvPr>
          <p:cNvPicPr>
            <a:picLocks noChangeAspect="1"/>
          </p:cNvPicPr>
          <p:nvPr/>
        </p:nvPicPr>
        <p:blipFill>
          <a:blip r:embed="rId4"/>
          <a:stretch>
            <a:fillRect/>
          </a:stretch>
        </p:blipFill>
        <p:spPr>
          <a:xfrm>
            <a:off x="7762373" y="4470775"/>
            <a:ext cx="3486637" cy="1305107"/>
          </a:xfrm>
          <a:prstGeom prst="rect">
            <a:avLst/>
          </a:prstGeom>
        </p:spPr>
      </p:pic>
      <p:sp>
        <p:nvSpPr>
          <p:cNvPr id="6" name="文本框 5">
            <a:extLst>
              <a:ext uri="{FF2B5EF4-FFF2-40B4-BE49-F238E27FC236}">
                <a16:creationId xmlns:a16="http://schemas.microsoft.com/office/drawing/2014/main" id="{AE8AD649-82B2-439D-923E-62A8ED7C705B}"/>
              </a:ext>
            </a:extLst>
          </p:cNvPr>
          <p:cNvSpPr txBox="1"/>
          <p:nvPr/>
        </p:nvSpPr>
        <p:spPr>
          <a:xfrm>
            <a:off x="8095129" y="4001294"/>
            <a:ext cx="2796989" cy="369332"/>
          </a:xfrm>
          <a:prstGeom prst="rect">
            <a:avLst/>
          </a:prstGeom>
          <a:noFill/>
        </p:spPr>
        <p:txBody>
          <a:bodyPr wrap="square" rtlCol="0">
            <a:spAutoFit/>
          </a:bodyPr>
          <a:lstStyle/>
          <a:p>
            <a:pPr algn="ctr"/>
            <a:r>
              <a:rPr lang="en-US" altLang="zh-CN" dirty="0">
                <a:latin typeface="微软雅黑" panose="020B0503020204020204" pitchFamily="34" charset="-122"/>
                <a:ea typeface="微软雅黑" panose="020B0503020204020204" pitchFamily="34" charset="-122"/>
              </a:rPr>
              <a:t>SoC</a:t>
            </a:r>
            <a:r>
              <a:rPr lang="zh-CN" altLang="en-US" dirty="0">
                <a:latin typeface="微软雅黑" panose="020B0503020204020204" pitchFamily="34" charset="-122"/>
                <a:ea typeface="微软雅黑" panose="020B0503020204020204" pitchFamily="34" charset="-122"/>
              </a:rPr>
              <a:t>存储体系</a:t>
            </a:r>
          </a:p>
        </p:txBody>
      </p:sp>
      <p:sp>
        <p:nvSpPr>
          <p:cNvPr id="7" name="文本框 6">
            <a:extLst>
              <a:ext uri="{FF2B5EF4-FFF2-40B4-BE49-F238E27FC236}">
                <a16:creationId xmlns:a16="http://schemas.microsoft.com/office/drawing/2014/main" id="{9911F2CA-BDE9-456C-92F8-B9A26454E7E1}"/>
              </a:ext>
            </a:extLst>
          </p:cNvPr>
          <p:cNvSpPr txBox="1"/>
          <p:nvPr/>
        </p:nvSpPr>
        <p:spPr>
          <a:xfrm>
            <a:off x="8471647" y="5957047"/>
            <a:ext cx="2232211" cy="369332"/>
          </a:xfrm>
          <a:prstGeom prst="rect">
            <a:avLst/>
          </a:prstGeom>
          <a:noFill/>
        </p:spPr>
        <p:txBody>
          <a:bodyPr wrap="square" rtlCol="0">
            <a:spAutoFit/>
          </a:bodyPr>
          <a:lstStyle/>
          <a:p>
            <a:pPr algn="ctr"/>
            <a:r>
              <a:rPr lang="en-US" altLang="zh-CN" dirty="0">
                <a:latin typeface="微软雅黑" panose="020B0503020204020204" pitchFamily="34" charset="-122"/>
                <a:ea typeface="微软雅黑" panose="020B0503020204020204" pitchFamily="34" charset="-122"/>
              </a:rPr>
              <a:t>SoC</a:t>
            </a:r>
            <a:r>
              <a:rPr lang="zh-CN" altLang="en-US" dirty="0">
                <a:latin typeface="微软雅黑" panose="020B0503020204020204" pitchFamily="34" charset="-122"/>
                <a:ea typeface="微软雅黑" panose="020B0503020204020204" pitchFamily="34" charset="-122"/>
              </a:rPr>
              <a:t>分层存储结构</a:t>
            </a:r>
          </a:p>
        </p:txBody>
      </p:sp>
    </p:spTree>
    <p:extLst>
      <p:ext uri="{BB962C8B-B14F-4D97-AF65-F5344CB8AC3E}">
        <p14:creationId xmlns:p14="http://schemas.microsoft.com/office/powerpoint/2010/main" val="2854831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98E40F-EF4A-4723-9B5A-1A0A9E0DC0DC}"/>
              </a:ext>
            </a:extLst>
          </p:cNvPr>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SoC</a:t>
            </a:r>
            <a:r>
              <a:rPr lang="zh-CN" altLang="en-US" dirty="0">
                <a:latin typeface="微软雅黑" panose="020B0503020204020204" pitchFamily="34" charset="-122"/>
                <a:ea typeface="微软雅黑" panose="020B0503020204020204" pitchFamily="34" charset="-122"/>
              </a:rPr>
              <a:t>的系统架构</a:t>
            </a:r>
            <a:endParaRPr lang="zh-CN" altLang="en-US" dirty="0"/>
          </a:p>
        </p:txBody>
      </p:sp>
      <p:sp>
        <p:nvSpPr>
          <p:cNvPr id="3" name="内容占位符 2">
            <a:extLst>
              <a:ext uri="{FF2B5EF4-FFF2-40B4-BE49-F238E27FC236}">
                <a16:creationId xmlns:a16="http://schemas.microsoft.com/office/drawing/2014/main" id="{BEBEC808-F9BD-435A-AECF-37E5573BCBA1}"/>
              </a:ext>
            </a:extLst>
          </p:cNvPr>
          <p:cNvSpPr>
            <a:spLocks noGrp="1"/>
          </p:cNvSpPr>
          <p:nvPr>
            <p:ph idx="1"/>
          </p:nvPr>
        </p:nvSpPr>
        <p:spPr/>
        <p:txBody>
          <a:bodyPr>
            <a:normAutofit lnSpcReduction="10000"/>
          </a:bodyPr>
          <a:lstStyle/>
          <a:p>
            <a:pPr>
              <a:lnSpc>
                <a:spcPct val="130000"/>
              </a:lnSpc>
            </a:pPr>
            <a:r>
              <a:rPr lang="zh-CN" altLang="en-US" dirty="0">
                <a:latin typeface="微软雅黑" panose="020B0503020204020204" pitchFamily="34" charset="-122"/>
                <a:ea typeface="微软雅黑" panose="020B0503020204020204" pitchFamily="34" charset="-122"/>
              </a:rPr>
              <a:t>外设</a:t>
            </a:r>
            <a:endParaRPr lang="en-US" altLang="zh-CN" dirty="0">
              <a:latin typeface="微软雅黑" panose="020B0503020204020204" pitchFamily="34" charset="-122"/>
              <a:ea typeface="微软雅黑" panose="020B0503020204020204" pitchFamily="34" charset="-122"/>
            </a:endParaRPr>
          </a:p>
          <a:p>
            <a:pPr lvl="1">
              <a:lnSpc>
                <a:spcPct val="130000"/>
              </a:lnSpc>
            </a:pPr>
            <a:r>
              <a:rPr lang="zh-CN" altLang="en-US" dirty="0">
                <a:latin typeface="微软雅黑" panose="020B0503020204020204" pitchFamily="34" charset="-122"/>
                <a:ea typeface="微软雅黑" panose="020B0503020204020204" pitchFamily="34" charset="-122"/>
              </a:rPr>
              <a:t>外设</a:t>
            </a:r>
            <a:r>
              <a:rPr lang="en-US" altLang="zh-CN" dirty="0">
                <a:latin typeface="微软雅黑" panose="020B0503020204020204" pitchFamily="34" charset="-122"/>
                <a:ea typeface="微软雅黑" panose="020B0503020204020204" pitchFamily="34" charset="-122"/>
              </a:rPr>
              <a:t>(Peripheral)</a:t>
            </a:r>
            <a:r>
              <a:rPr lang="zh-CN" altLang="en-US" dirty="0">
                <a:latin typeface="微软雅黑" panose="020B0503020204020204" pitchFamily="34" charset="-122"/>
                <a:ea typeface="微软雅黑" panose="020B0503020204020204" pitchFamily="34" charset="-122"/>
              </a:rPr>
              <a:t>即外围设备，是除</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DSP</a:t>
            </a:r>
            <a:r>
              <a:rPr lang="zh-CN" altLang="en-US" dirty="0">
                <a:latin typeface="微软雅黑" panose="020B0503020204020204" pitchFamily="34" charset="-122"/>
                <a:ea typeface="微软雅黑" panose="020B0503020204020204" pitchFamily="34" charset="-122"/>
              </a:rPr>
              <a:t>之外的硬件功能模块。</a:t>
            </a:r>
            <a:endParaRPr lang="en-US" altLang="zh-CN" dirty="0">
              <a:latin typeface="微软雅黑" panose="020B0503020204020204" pitchFamily="34" charset="-122"/>
              <a:ea typeface="微软雅黑" panose="020B0503020204020204" pitchFamily="34" charset="-122"/>
            </a:endParaRPr>
          </a:p>
          <a:p>
            <a:pPr lvl="1">
              <a:lnSpc>
                <a:spcPct val="130000"/>
              </a:lnSpc>
            </a:pPr>
            <a:r>
              <a:rPr lang="zh-CN" altLang="en-US" dirty="0">
                <a:latin typeface="微软雅黑" panose="020B0503020204020204" pitchFamily="34" charset="-122"/>
                <a:ea typeface="微软雅黑" panose="020B0503020204020204" pitchFamily="34" charset="-122"/>
              </a:rPr>
              <a:t>常见外设：</a:t>
            </a:r>
            <a:r>
              <a:rPr lang="en-US" altLang="zh-CN" dirty="0">
                <a:latin typeface="微软雅黑" panose="020B0503020204020204" pitchFamily="34" charset="-122"/>
                <a:ea typeface="微软雅黑" panose="020B0503020204020204" pitchFamily="34" charset="-122"/>
              </a:rPr>
              <a:t>DMA</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ADC/DAC</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CRC</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CAN</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USB</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GPIO</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UART</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I2C</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PMU</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Keyboard</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JTAG</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Ethernet</a:t>
            </a:r>
            <a:r>
              <a:rPr lang="zh-CN" altLang="en-US" dirty="0">
                <a:latin typeface="微软雅黑" panose="020B0503020204020204" pitchFamily="34" charset="-122"/>
                <a:ea typeface="微软雅黑" panose="020B0503020204020204" pitchFamily="34" charset="-122"/>
              </a:rPr>
              <a:t>等。</a:t>
            </a:r>
          </a:p>
          <a:p>
            <a:pPr>
              <a:lnSpc>
                <a:spcPct val="130000"/>
              </a:lnSpc>
            </a:pPr>
            <a:r>
              <a:rPr lang="zh-CN" altLang="en-US" dirty="0">
                <a:latin typeface="微软雅黑" panose="020B0503020204020204" pitchFamily="34" charset="-122"/>
                <a:ea typeface="微软雅黑" panose="020B0503020204020204" pitchFamily="34" charset="-122"/>
              </a:rPr>
              <a:t>软件架构</a:t>
            </a:r>
            <a:endParaRPr lang="en-US" altLang="zh-CN" dirty="0">
              <a:latin typeface="微软雅黑" panose="020B0503020204020204" pitchFamily="34" charset="-122"/>
              <a:ea typeface="微软雅黑" panose="020B0503020204020204" pitchFamily="34" charset="-122"/>
            </a:endParaRPr>
          </a:p>
          <a:p>
            <a:pPr lvl="1">
              <a:lnSpc>
                <a:spcPct val="130000"/>
              </a:lnSpc>
            </a:pPr>
            <a:r>
              <a:rPr lang="zh-CN" altLang="en-US" dirty="0">
                <a:latin typeface="微软雅黑" panose="020B0503020204020204" pitchFamily="34" charset="-122"/>
                <a:ea typeface="微软雅黑" panose="020B0503020204020204" pitchFamily="34" charset="-122"/>
              </a:rPr>
              <a:t>在一个</a:t>
            </a:r>
            <a:r>
              <a:rPr lang="en-US" altLang="zh-CN" dirty="0">
                <a:latin typeface="微软雅黑" panose="020B0503020204020204" pitchFamily="34" charset="-122"/>
                <a:ea typeface="微软雅黑" panose="020B0503020204020204" pitchFamily="34" charset="-122"/>
              </a:rPr>
              <a:t>SoC</a:t>
            </a:r>
            <a:r>
              <a:rPr lang="zh-CN" altLang="en-US" dirty="0">
                <a:latin typeface="微软雅黑" panose="020B0503020204020204" pitchFamily="34" charset="-122"/>
                <a:ea typeface="微软雅黑" panose="020B0503020204020204" pitchFamily="34" charset="-122"/>
              </a:rPr>
              <a:t>的系统架构设计中，除了硬件架构以外，软件架构的设计对整个</a:t>
            </a:r>
            <a:r>
              <a:rPr lang="en-US" altLang="zh-CN" dirty="0">
                <a:latin typeface="微软雅黑" panose="020B0503020204020204" pitchFamily="34" charset="-122"/>
                <a:ea typeface="微软雅黑" panose="020B0503020204020204" pitchFamily="34" charset="-122"/>
              </a:rPr>
              <a:t>SoC</a:t>
            </a:r>
            <a:r>
              <a:rPr lang="zh-CN" altLang="en-US" dirty="0">
                <a:latin typeface="微软雅黑" panose="020B0503020204020204" pitchFamily="34" charset="-122"/>
                <a:ea typeface="微软雅黑" panose="020B0503020204020204" pitchFamily="34" charset="-122"/>
              </a:rPr>
              <a:t>的性能有很大的影响。软件设计在很大程度上决定了</a:t>
            </a:r>
            <a:r>
              <a:rPr lang="en-US" altLang="zh-CN" dirty="0">
                <a:latin typeface="微软雅黑" panose="020B0503020204020204" pitchFamily="34" charset="-122"/>
                <a:ea typeface="微软雅黑" panose="020B0503020204020204" pitchFamily="34" charset="-122"/>
              </a:rPr>
              <a:t>SoC</a:t>
            </a:r>
            <a:r>
              <a:rPr lang="zh-CN" altLang="en-US" dirty="0">
                <a:latin typeface="微软雅黑" panose="020B0503020204020204" pitchFamily="34" charset="-122"/>
                <a:ea typeface="微软雅黑" panose="020B0503020204020204" pitchFamily="34" charset="-122"/>
              </a:rPr>
              <a:t>中硬件电路的性能发挥。</a:t>
            </a:r>
          </a:p>
          <a:p>
            <a:pPr marL="0" indent="0">
              <a:lnSpc>
                <a:spcPct val="130000"/>
              </a:lnSpc>
              <a:buNone/>
            </a:pP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38322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046663-0D55-4617-A0E1-E054A323B112}"/>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电子系统级</a:t>
            </a:r>
            <a:r>
              <a:rPr lang="en-US" altLang="zh-CN" dirty="0">
                <a:latin typeface="微软雅黑" panose="020B0503020204020204" pitchFamily="34" charset="-122"/>
                <a:ea typeface="微软雅黑" panose="020B0503020204020204" pitchFamily="34" charset="-122"/>
              </a:rPr>
              <a:t>(ESL)</a:t>
            </a:r>
            <a:r>
              <a:rPr lang="zh-CN" altLang="en-US" dirty="0">
                <a:latin typeface="微软雅黑" panose="020B0503020204020204" pitchFamily="34" charset="-122"/>
                <a:ea typeface="微软雅黑" panose="020B0503020204020204" pitchFamily="34" charset="-122"/>
              </a:rPr>
              <a:t>设计</a:t>
            </a:r>
          </a:p>
        </p:txBody>
      </p:sp>
      <p:sp>
        <p:nvSpPr>
          <p:cNvPr id="3" name="内容占位符 2">
            <a:extLst>
              <a:ext uri="{FF2B5EF4-FFF2-40B4-BE49-F238E27FC236}">
                <a16:creationId xmlns:a16="http://schemas.microsoft.com/office/drawing/2014/main" id="{EBBE0835-B715-4EDE-B82A-9DAA8B7120BE}"/>
              </a:ext>
            </a:extLst>
          </p:cNvPr>
          <p:cNvSpPr>
            <a:spLocks noGrp="1"/>
          </p:cNvSpPr>
          <p:nvPr>
            <p:ph idx="1"/>
          </p:nvPr>
        </p:nvSpPr>
        <p:spPr>
          <a:xfrm>
            <a:off x="838200" y="1825626"/>
            <a:ext cx="10515600" cy="4212104"/>
          </a:xfrm>
        </p:spPr>
        <p:txBody>
          <a:bodyPr>
            <a:normAutofit fontScale="92500" lnSpcReduction="10000"/>
          </a:bodyPr>
          <a:lstStyle/>
          <a:p>
            <a:pPr>
              <a:lnSpc>
                <a:spcPct val="130000"/>
              </a:lnSpc>
            </a:pPr>
            <a:r>
              <a:rPr lang="en-US" altLang="zh-CN" dirty="0">
                <a:latin typeface="微软雅黑" panose="020B0503020204020204" pitchFamily="34" charset="-122"/>
                <a:ea typeface="微软雅黑" panose="020B0503020204020204" pitchFamily="34" charset="-122"/>
              </a:rPr>
              <a:t>ESL</a:t>
            </a:r>
            <a:r>
              <a:rPr lang="zh-CN" altLang="en-US" dirty="0">
                <a:latin typeface="微软雅黑" panose="020B0503020204020204" pitchFamily="34" charset="-122"/>
                <a:ea typeface="微软雅黑" panose="020B0503020204020204" pitchFamily="34" charset="-122"/>
              </a:rPr>
              <a:t>设计是能够让</a:t>
            </a:r>
            <a:r>
              <a:rPr lang="en-US" altLang="zh-CN" dirty="0">
                <a:latin typeface="微软雅黑" panose="020B0503020204020204" pitchFamily="34" charset="-122"/>
                <a:ea typeface="微软雅黑" panose="020B0503020204020204" pitchFamily="34" charset="-122"/>
              </a:rPr>
              <a:t>SoC</a:t>
            </a:r>
            <a:r>
              <a:rPr lang="zh-CN" altLang="en-US" dirty="0">
                <a:latin typeface="微软雅黑" panose="020B0503020204020204" pitchFamily="34" charset="-122"/>
                <a:ea typeface="微软雅黑" panose="020B0503020204020204" pitchFamily="34" charset="-122"/>
              </a:rPr>
              <a:t>设计工程师以紧密耦合方式开发、优化和验证复杂系统架构和嵌入式软件的一套方法学，并提供下游</a:t>
            </a:r>
            <a:r>
              <a:rPr lang="en-US" altLang="zh-CN" dirty="0">
                <a:latin typeface="微软雅黑" panose="020B0503020204020204" pitchFamily="34" charset="-122"/>
                <a:ea typeface="微软雅黑" panose="020B0503020204020204" pitchFamily="34" charset="-122"/>
              </a:rPr>
              <a:t>RTL</a:t>
            </a:r>
            <a:r>
              <a:rPr lang="zh-CN" altLang="en-US" dirty="0">
                <a:latin typeface="微软雅黑" panose="020B0503020204020204" pitchFamily="34" charset="-122"/>
                <a:ea typeface="微软雅黑" panose="020B0503020204020204" pitchFamily="34" charset="-122"/>
              </a:rPr>
              <a:t>实现的验证基础。</a:t>
            </a:r>
            <a:endParaRPr lang="en-US" altLang="zh-CN" dirty="0">
              <a:latin typeface="微软雅黑" panose="020B0503020204020204" pitchFamily="34" charset="-122"/>
              <a:ea typeface="微软雅黑" panose="020B0503020204020204" pitchFamily="34" charset="-122"/>
            </a:endParaRPr>
          </a:p>
          <a:p>
            <a:pPr>
              <a:lnSpc>
                <a:spcPct val="130000"/>
              </a:lnSpc>
            </a:pPr>
            <a:r>
              <a:rPr lang="en-US" altLang="zh-CN" dirty="0">
                <a:latin typeface="微软雅黑" panose="020B0503020204020204" pitchFamily="34" charset="-122"/>
                <a:ea typeface="微软雅黑" panose="020B0503020204020204" pitchFamily="34" charset="-122"/>
              </a:rPr>
              <a:t>ESL</a:t>
            </a:r>
            <a:r>
              <a:rPr lang="zh-CN" altLang="en-US" dirty="0">
                <a:latin typeface="微软雅黑" panose="020B0503020204020204" pitchFamily="34" charset="-122"/>
                <a:ea typeface="微软雅黑" panose="020B0503020204020204" pitchFamily="34" charset="-122"/>
              </a:rPr>
              <a:t>设计指系统级的设计方法，是从算法建模演变而来。</a:t>
            </a:r>
            <a:r>
              <a:rPr lang="en-US" altLang="zh-CN" dirty="0">
                <a:latin typeface="微软雅黑" panose="020B0503020204020204" pitchFamily="34" charset="-122"/>
                <a:ea typeface="微软雅黑" panose="020B0503020204020204" pitchFamily="34" charset="-122"/>
              </a:rPr>
              <a:t>ESL</a:t>
            </a:r>
            <a:r>
              <a:rPr lang="zh-CN" altLang="en-US" dirty="0">
                <a:latin typeface="微软雅黑" panose="020B0503020204020204" pitchFamily="34" charset="-122"/>
                <a:ea typeface="微软雅黑" panose="020B0503020204020204" pitchFamily="34" charset="-122"/>
              </a:rPr>
              <a:t>设计以抽象方式来描述</a:t>
            </a:r>
            <a:r>
              <a:rPr lang="en-US" altLang="zh-CN" dirty="0">
                <a:latin typeface="微软雅黑" panose="020B0503020204020204" pitchFamily="34" charset="-122"/>
                <a:ea typeface="微软雅黑" panose="020B0503020204020204" pitchFamily="34" charset="-122"/>
              </a:rPr>
              <a:t>SoC</a:t>
            </a:r>
            <a:r>
              <a:rPr lang="zh-CN" altLang="en-US" dirty="0">
                <a:latin typeface="微软雅黑" panose="020B0503020204020204" pitchFamily="34" charset="-122"/>
                <a:ea typeface="微软雅黑" panose="020B0503020204020204" pitchFamily="34" charset="-122"/>
              </a:rPr>
              <a:t>系统，给软硬件工程师提供一个虚拟的硬件原型平台，用以进行硬件系统架构的探索和软件程序的开发。</a:t>
            </a:r>
            <a:endParaRPr lang="en-US" altLang="zh-CN" dirty="0">
              <a:latin typeface="微软雅黑" panose="020B0503020204020204" pitchFamily="34" charset="-122"/>
              <a:ea typeface="微软雅黑" panose="020B0503020204020204" pitchFamily="34" charset="-122"/>
            </a:endParaRPr>
          </a:p>
          <a:p>
            <a:pPr>
              <a:lnSpc>
                <a:spcPct val="130000"/>
              </a:lnSpc>
            </a:pPr>
            <a:r>
              <a:rPr lang="en-US" altLang="zh-CN" dirty="0">
                <a:latin typeface="微软雅黑" panose="020B0503020204020204" pitchFamily="34" charset="-122"/>
                <a:ea typeface="微软雅黑" panose="020B0503020204020204" pitchFamily="34" charset="-122"/>
              </a:rPr>
              <a:t>ESL</a:t>
            </a:r>
            <a:r>
              <a:rPr lang="zh-CN" altLang="en-US" dirty="0">
                <a:latin typeface="微软雅黑" panose="020B0503020204020204" pitchFamily="34" charset="-122"/>
                <a:ea typeface="微软雅黑" panose="020B0503020204020204" pitchFamily="34" charset="-122"/>
              </a:rPr>
              <a:t>设计不仅能应用在设计初期与系统架构规划阶段，亦能支持整个硬件与软件协同设计的流程。</a:t>
            </a:r>
          </a:p>
        </p:txBody>
      </p:sp>
    </p:spTree>
    <p:extLst>
      <p:ext uri="{BB962C8B-B14F-4D97-AF65-F5344CB8AC3E}">
        <p14:creationId xmlns:p14="http://schemas.microsoft.com/office/powerpoint/2010/main" val="3304748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BD3CAE-B5C0-4734-B0CA-ED498F83AA5B}"/>
              </a:ext>
            </a:extLst>
          </p:cNvPr>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SMART</a:t>
            </a:r>
            <a:r>
              <a:rPr lang="zh-CN" altLang="en-US" dirty="0">
                <a:latin typeface="微软雅黑" panose="020B0503020204020204" pitchFamily="34" charset="-122"/>
                <a:ea typeface="微软雅黑" panose="020B0503020204020204" pitchFamily="34" charset="-122"/>
              </a:rPr>
              <a:t>平台介绍</a:t>
            </a:r>
          </a:p>
        </p:txBody>
      </p:sp>
      <p:sp>
        <p:nvSpPr>
          <p:cNvPr id="3" name="内容占位符 2">
            <a:extLst>
              <a:ext uri="{FF2B5EF4-FFF2-40B4-BE49-F238E27FC236}">
                <a16:creationId xmlns:a16="http://schemas.microsoft.com/office/drawing/2014/main" id="{DF273978-B410-4B67-9999-C1513C410C7E}"/>
              </a:ext>
            </a:extLst>
          </p:cNvPr>
          <p:cNvSpPr>
            <a:spLocks noGrp="1"/>
          </p:cNvSpPr>
          <p:nvPr>
            <p:ph idx="1"/>
          </p:nvPr>
        </p:nvSpPr>
        <p:spPr/>
        <p:txBody>
          <a:bodyPr/>
          <a:lstStyle/>
          <a:p>
            <a:pPr algn="just">
              <a:lnSpc>
                <a:spcPct val="130000"/>
              </a:lnSpc>
            </a:pPr>
            <a:r>
              <a:rPr lang="en-US" altLang="zh-CN" dirty="0">
                <a:latin typeface="微软雅黑" panose="020B0503020204020204" pitchFamily="34" charset="-122"/>
                <a:ea typeface="微软雅黑" panose="020B0503020204020204" pitchFamily="34" charset="-122"/>
              </a:rPr>
              <a:t>SMART</a:t>
            </a:r>
            <a:r>
              <a:rPr lang="zh-CN" altLang="en-US" dirty="0">
                <a:latin typeface="微软雅黑" panose="020B0503020204020204" pitchFamily="34" charset="-122"/>
                <a:ea typeface="微软雅黑" panose="020B0503020204020204" pitchFamily="34" charset="-122"/>
              </a:rPr>
              <a:t>平台是用于平头哥的各系列</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集成、调试仿真，以及功能验证的综合演示平台。用户可以在</a:t>
            </a:r>
            <a:r>
              <a:rPr lang="en-US" altLang="zh-CN" dirty="0">
                <a:latin typeface="微软雅黑" panose="020B0503020204020204" pitchFamily="34" charset="-122"/>
                <a:ea typeface="微软雅黑" panose="020B0503020204020204" pitchFamily="34" charset="-122"/>
              </a:rPr>
              <a:t>SMART</a:t>
            </a:r>
            <a:r>
              <a:rPr lang="zh-CN" altLang="en-US" dirty="0">
                <a:latin typeface="微软雅黑" panose="020B0503020204020204" pitchFamily="34" charset="-122"/>
                <a:ea typeface="微软雅黑" panose="020B0503020204020204" pitchFamily="34" charset="-122"/>
              </a:rPr>
              <a:t>平台上进行</a:t>
            </a:r>
            <a:r>
              <a:rPr lang="en-US" altLang="zh-CN" dirty="0">
                <a:latin typeface="微软雅黑" panose="020B0503020204020204" pitchFamily="34" charset="-122"/>
                <a:ea typeface="微软雅黑" panose="020B0503020204020204" pitchFamily="34" charset="-122"/>
              </a:rPr>
              <a:t>RTL</a:t>
            </a:r>
            <a:r>
              <a:rPr lang="zh-CN" altLang="en-US" dirty="0">
                <a:latin typeface="微软雅黑" panose="020B0503020204020204" pitchFamily="34" charset="-122"/>
                <a:ea typeface="微软雅黑" panose="020B0503020204020204" pitchFamily="34" charset="-122"/>
              </a:rPr>
              <a:t>仿真，集成参考，检查</a:t>
            </a:r>
            <a:r>
              <a:rPr lang="en-US" altLang="zh-CN" dirty="0">
                <a:latin typeface="微软雅黑" panose="020B0503020204020204" pitchFamily="34" charset="-122"/>
                <a:ea typeface="微软雅黑" panose="020B0503020204020204" pitchFamily="34" charset="-122"/>
              </a:rPr>
              <a:t>memory</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ICG</a:t>
            </a:r>
            <a:r>
              <a:rPr lang="zh-CN" altLang="en-US" dirty="0">
                <a:latin typeface="微软雅黑" panose="020B0503020204020204" pitchFamily="34" charset="-122"/>
                <a:ea typeface="微软雅黑" panose="020B0503020204020204" pitchFamily="34" charset="-122"/>
              </a:rPr>
              <a:t>单元的替换正确性，具有简单易懂，上手快等特点。该平台支持具备简单的</a:t>
            </a:r>
            <a:r>
              <a:rPr lang="en-US" altLang="zh-CN" dirty="0">
                <a:latin typeface="微软雅黑" panose="020B0503020204020204" pitchFamily="34" charset="-122"/>
                <a:ea typeface="微软雅黑" panose="020B0503020204020204" pitchFamily="34" charset="-122"/>
              </a:rPr>
              <a:t>AXI</a:t>
            </a:r>
            <a:r>
              <a:rPr lang="zh-CN" altLang="en-US" dirty="0">
                <a:latin typeface="微软雅黑" panose="020B0503020204020204" pitchFamily="34" charset="-122"/>
                <a:ea typeface="微软雅黑" panose="020B0503020204020204" pitchFamily="34" charset="-122"/>
              </a:rPr>
              <a:t>总线系统，支持</a:t>
            </a:r>
            <a:r>
              <a:rPr lang="en-US" altLang="zh-CN" dirty="0">
                <a:latin typeface="微软雅黑" panose="020B0503020204020204" pitchFamily="34" charset="-122"/>
                <a:ea typeface="微软雅黑" panose="020B0503020204020204" pitchFamily="34" charset="-122"/>
              </a:rPr>
              <a:t>JTAG</a:t>
            </a:r>
            <a:r>
              <a:rPr lang="zh-CN" altLang="en-US" dirty="0">
                <a:latin typeface="微软雅黑" panose="020B0503020204020204" pitchFamily="34" charset="-122"/>
                <a:ea typeface="微软雅黑" panose="020B0503020204020204" pitchFamily="34" charset="-122"/>
              </a:rPr>
              <a:t>调试。在演示平台中包含</a:t>
            </a:r>
            <a:r>
              <a:rPr lang="en-US" altLang="zh-CN" dirty="0">
                <a:latin typeface="微软雅黑" panose="020B0503020204020204" pitchFamily="34" charset="-122"/>
                <a:ea typeface="微软雅黑" panose="020B0503020204020204" pitchFamily="34" charset="-122"/>
              </a:rPr>
              <a:t>C</a:t>
            </a:r>
            <a:r>
              <a:rPr lang="zh-CN" altLang="en-US" dirty="0">
                <a:latin typeface="微软雅黑" panose="020B0503020204020204" pitchFamily="34" charset="-122"/>
                <a:ea typeface="微软雅黑" panose="020B0503020204020204" pitchFamily="34" charset="-122"/>
              </a:rPr>
              <a:t>语言程序实例，中断演示程序实例，低功耗演示程序实例，以及用于功能测试的程序实例等。</a:t>
            </a:r>
          </a:p>
        </p:txBody>
      </p:sp>
    </p:spTree>
    <p:extLst>
      <p:ext uri="{BB962C8B-B14F-4D97-AF65-F5344CB8AC3E}">
        <p14:creationId xmlns:p14="http://schemas.microsoft.com/office/powerpoint/2010/main" val="35254925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814741-A034-4E80-980C-AB0047162648}"/>
              </a:ext>
            </a:extLst>
          </p:cNvPr>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SMART</a:t>
            </a:r>
            <a:r>
              <a:rPr lang="zh-CN" altLang="en-US" dirty="0">
                <a:latin typeface="微软雅黑" panose="020B0503020204020204" pitchFamily="34" charset="-122"/>
                <a:ea typeface="微软雅黑" panose="020B0503020204020204" pitchFamily="34" charset="-122"/>
              </a:rPr>
              <a:t>平台介绍</a:t>
            </a:r>
          </a:p>
        </p:txBody>
      </p:sp>
      <p:sp>
        <p:nvSpPr>
          <p:cNvPr id="3" name="内容占位符 2">
            <a:extLst>
              <a:ext uri="{FF2B5EF4-FFF2-40B4-BE49-F238E27FC236}">
                <a16:creationId xmlns:a16="http://schemas.microsoft.com/office/drawing/2014/main" id="{37951761-D4AC-4584-8819-CF64F128D247}"/>
              </a:ext>
            </a:extLst>
          </p:cNvPr>
          <p:cNvSpPr>
            <a:spLocks noGrp="1"/>
          </p:cNvSpPr>
          <p:nvPr>
            <p:ph idx="1"/>
          </p:nvPr>
        </p:nvSpPr>
        <p:spPr/>
        <p:txBody>
          <a:bodyPr>
            <a:normAutofit fontScale="92500" lnSpcReduction="20000"/>
          </a:bodyPr>
          <a:lstStyle/>
          <a:p>
            <a:r>
              <a:rPr lang="en-US" altLang="zh-CN" dirty="0">
                <a:latin typeface="微软雅黑" panose="020B0503020204020204" pitchFamily="34" charset="-122"/>
                <a:ea typeface="微软雅黑" panose="020B0503020204020204" pitchFamily="34" charset="-122"/>
              </a:rPr>
              <a:t>SMART</a:t>
            </a:r>
            <a:r>
              <a:rPr lang="zh-CN" altLang="en-US" dirty="0">
                <a:latin typeface="微软雅黑" panose="020B0503020204020204" pitchFamily="34" charset="-122"/>
                <a:ea typeface="微软雅黑" panose="020B0503020204020204" pitchFamily="34" charset="-122"/>
              </a:rPr>
              <a:t>平台文件结构</a:t>
            </a:r>
            <a:endParaRPr lang="en-US" altLang="zh-CN" dirty="0">
              <a:latin typeface="微软雅黑" panose="020B0503020204020204" pitchFamily="34" charset="-122"/>
              <a:ea typeface="微软雅黑" panose="020B0503020204020204" pitchFamily="34" charset="-122"/>
            </a:endParaRPr>
          </a:p>
          <a:p>
            <a:pPr lvl="1"/>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setup.csh</a:t>
            </a:r>
            <a:r>
              <a:rPr lang="zh-CN" altLang="en-US" dirty="0">
                <a:latin typeface="微软雅黑" panose="020B0503020204020204" pitchFamily="34" charset="-122"/>
                <a:ea typeface="微软雅黑" panose="020B0503020204020204" pitchFamily="34" charset="-122"/>
              </a:rPr>
              <a:t>文件</a:t>
            </a:r>
          </a:p>
          <a:p>
            <a:pPr lvl="2"/>
            <a:r>
              <a:rPr lang="zh-CN" altLang="en-US" dirty="0">
                <a:latin typeface="微软雅黑" panose="020B0503020204020204" pitchFamily="34" charset="-122"/>
                <a:ea typeface="微软雅黑" panose="020B0503020204020204" pitchFamily="34" charset="-122"/>
              </a:rPr>
              <a:t>用于配置环境变量。</a:t>
            </a:r>
          </a:p>
          <a:p>
            <a:pPr lvl="1"/>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run_smart</a:t>
            </a:r>
            <a:r>
              <a:rPr lang="zh-CN" altLang="en-US" dirty="0">
                <a:latin typeface="微软雅黑" panose="020B0503020204020204" pitchFamily="34" charset="-122"/>
                <a:ea typeface="微软雅黑" panose="020B0503020204020204" pitchFamily="34" charset="-122"/>
              </a:rPr>
              <a:t>可执行文件</a:t>
            </a:r>
          </a:p>
          <a:p>
            <a:pPr lvl="2"/>
            <a:r>
              <a:rPr lang="zh-CN" altLang="en-US" dirty="0">
                <a:latin typeface="微软雅黑" panose="020B0503020204020204" pitchFamily="34" charset="-122"/>
                <a:ea typeface="微软雅黑" panose="020B0503020204020204" pitchFamily="34" charset="-122"/>
              </a:rPr>
              <a:t>用于启动</a:t>
            </a:r>
            <a:r>
              <a:rPr lang="en-US" altLang="zh-CN" dirty="0">
                <a:latin typeface="微软雅黑" panose="020B0503020204020204" pitchFamily="34" charset="-122"/>
                <a:ea typeface="微软雅黑" panose="020B0503020204020204" pitchFamily="34" charset="-122"/>
              </a:rPr>
              <a:t>smart</a:t>
            </a:r>
            <a:r>
              <a:rPr lang="zh-CN" altLang="en-US" dirty="0">
                <a:latin typeface="微软雅黑" panose="020B0503020204020204" pitchFamily="34" charset="-122"/>
                <a:ea typeface="微软雅黑" panose="020B0503020204020204" pitchFamily="34" charset="-122"/>
              </a:rPr>
              <a:t>图形界面。</a:t>
            </a:r>
          </a:p>
          <a:p>
            <a:pPr lvl="1"/>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readme</a:t>
            </a:r>
          </a:p>
          <a:p>
            <a:pPr lvl="2"/>
            <a:r>
              <a:rPr lang="zh-CN" altLang="en-US" dirty="0">
                <a:latin typeface="微软雅黑" panose="020B0503020204020204" pitchFamily="34" charset="-122"/>
                <a:ea typeface="微软雅黑" panose="020B0503020204020204" pitchFamily="34" charset="-122"/>
              </a:rPr>
              <a:t>使用说明</a:t>
            </a:r>
          </a:p>
          <a:p>
            <a:pPr lvl="1"/>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tools/</a:t>
            </a:r>
          </a:p>
          <a:p>
            <a:pPr lvl="2"/>
            <a:r>
              <a:rPr lang="zh-CN" altLang="en-US" dirty="0">
                <a:latin typeface="微软雅黑" panose="020B0503020204020204" pitchFamily="34" charset="-122"/>
                <a:ea typeface="微软雅黑" panose="020B0503020204020204" pitchFamily="34" charset="-122"/>
              </a:rPr>
              <a:t>工具的存放目录，包含仿真时用到的工具、设置环境变量的源文件，将</a:t>
            </a:r>
            <a:r>
              <a:rPr lang="en-US" altLang="zh-CN" dirty="0">
                <a:latin typeface="微软雅黑" panose="020B0503020204020204" pitchFamily="34" charset="-122"/>
                <a:ea typeface="微软雅黑" panose="020B0503020204020204" pitchFamily="34" charset="-122"/>
              </a:rPr>
              <a:t>hex</a:t>
            </a:r>
            <a:r>
              <a:rPr lang="zh-CN" altLang="en-US" dirty="0">
                <a:latin typeface="微软雅黑" panose="020B0503020204020204" pitchFamily="34" charset="-122"/>
                <a:ea typeface="微软雅黑" panose="020B0503020204020204" pitchFamily="34" charset="-122"/>
              </a:rPr>
              <a:t>文件转换成</a:t>
            </a:r>
            <a:r>
              <a:rPr lang="en-US" altLang="zh-CN" dirty="0">
                <a:latin typeface="微软雅黑" panose="020B0503020204020204" pitchFamily="34" charset="-122"/>
                <a:ea typeface="微软雅黑" panose="020B0503020204020204" pitchFamily="34" charset="-122"/>
              </a:rPr>
              <a:t>pattern</a:t>
            </a:r>
            <a:r>
              <a:rPr lang="zh-CN" altLang="en-US" dirty="0">
                <a:latin typeface="微软雅黑" panose="020B0503020204020204" pitchFamily="34" charset="-122"/>
                <a:ea typeface="微软雅黑" panose="020B0503020204020204" pitchFamily="34" charset="-122"/>
              </a:rPr>
              <a:t>文件的转换工具，以及仿真时运行的脚本。</a:t>
            </a:r>
          </a:p>
          <a:p>
            <a:pPr lvl="1"/>
            <a:r>
              <a:rPr lang="en-US" altLang="zh-CN" dirty="0">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lib/</a:t>
            </a:r>
          </a:p>
          <a:p>
            <a:pPr lvl="2"/>
            <a:r>
              <a:rPr lang="zh-CN" altLang="en-US" dirty="0">
                <a:latin typeface="微软雅黑" panose="020B0503020204020204" pitchFamily="34" charset="-122"/>
                <a:ea typeface="微软雅黑" panose="020B0503020204020204" pitchFamily="34" charset="-122"/>
              </a:rPr>
              <a:t>包含程序运行所需的库文件，包括初始化相关的程序、链接描述文件、异常向量表和异常服务程序。在仿真的时候会将对应所需的文件拷贝到工作目录下，然后编译仿真。</a:t>
            </a:r>
          </a:p>
          <a:p>
            <a:pPr lvl="1"/>
            <a:r>
              <a:rPr lang="en-US" altLang="zh-CN" dirty="0">
                <a:latin typeface="微软雅黑" panose="020B0503020204020204" pitchFamily="34" charset="-122"/>
                <a:ea typeface="微软雅黑" panose="020B0503020204020204" pitchFamily="34" charset="-122"/>
              </a:rPr>
              <a:t>6</a:t>
            </a:r>
            <a:r>
              <a:rPr lang="zh-CN" altLang="en-US"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rtl</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cpu</a:t>
            </a:r>
            <a:r>
              <a:rPr lang="en-US" altLang="zh-CN" dirty="0">
                <a:latin typeface="微软雅黑" panose="020B0503020204020204" pitchFamily="34" charset="-122"/>
                <a:ea typeface="微软雅黑" panose="020B0503020204020204" pitchFamily="34" charset="-122"/>
              </a:rPr>
              <a:t>/</a:t>
            </a:r>
          </a:p>
          <a:p>
            <a:pPr lvl="2"/>
            <a:r>
              <a:rPr lang="zh-CN" altLang="en-US" dirty="0">
                <a:latin typeface="微软雅黑" panose="020B0503020204020204" pitchFamily="34" charset="-122"/>
                <a:ea typeface="微软雅黑" panose="020B0503020204020204" pitchFamily="34" charset="-122"/>
              </a:rPr>
              <a:t>存放</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源代码的目录，包括</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的仿真模型以及相关的</a:t>
            </a:r>
            <a:r>
              <a:rPr lang="en-US" altLang="zh-CN" dirty="0">
                <a:latin typeface="微软雅黑" panose="020B0503020204020204" pitchFamily="34" charset="-122"/>
                <a:ea typeface="微软雅黑" panose="020B0503020204020204" pitchFamily="34" charset="-122"/>
              </a:rPr>
              <a:t>Memory</a:t>
            </a:r>
            <a:r>
              <a:rPr lang="zh-CN" altLang="en-US" dirty="0">
                <a:latin typeface="微软雅黑" panose="020B0503020204020204" pitchFamily="34" charset="-122"/>
                <a:ea typeface="微软雅黑" panose="020B0503020204020204" pitchFamily="34" charset="-122"/>
              </a:rPr>
              <a:t>等</a:t>
            </a:r>
            <a:r>
              <a:rPr lang="en-US" altLang="zh-CN" dirty="0">
                <a:latin typeface="微软雅黑" panose="020B0503020204020204" pitchFamily="34" charset="-122"/>
                <a:ea typeface="微软雅黑" panose="020B0503020204020204" pitchFamily="34" charset="-122"/>
              </a:rPr>
              <a:t>IP</a:t>
            </a:r>
            <a:r>
              <a:rPr lang="zh-CN" altLang="en-US"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4176212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29966A-24C4-455F-ACC3-7D516E805E77}"/>
              </a:ext>
            </a:extLst>
          </p:cNvPr>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SMART</a:t>
            </a:r>
            <a:r>
              <a:rPr lang="zh-CN" altLang="en-US" dirty="0">
                <a:latin typeface="微软雅黑" panose="020B0503020204020204" pitchFamily="34" charset="-122"/>
                <a:ea typeface="微软雅黑" panose="020B0503020204020204" pitchFamily="34" charset="-122"/>
              </a:rPr>
              <a:t>平台介绍</a:t>
            </a:r>
          </a:p>
        </p:txBody>
      </p:sp>
      <p:sp>
        <p:nvSpPr>
          <p:cNvPr id="3" name="内容占位符 2">
            <a:extLst>
              <a:ext uri="{FF2B5EF4-FFF2-40B4-BE49-F238E27FC236}">
                <a16:creationId xmlns:a16="http://schemas.microsoft.com/office/drawing/2014/main" id="{A1717958-BBB8-4786-9875-FBA45F807C6D}"/>
              </a:ext>
            </a:extLst>
          </p:cNvPr>
          <p:cNvSpPr>
            <a:spLocks noGrp="1"/>
          </p:cNvSpPr>
          <p:nvPr>
            <p:ph idx="1"/>
          </p:nvPr>
        </p:nvSpPr>
        <p:spPr/>
        <p:txBody>
          <a:bodyPr>
            <a:normAutofit fontScale="85000" lnSpcReduction="20000"/>
          </a:bodyPr>
          <a:lstStyle/>
          <a:p>
            <a:r>
              <a:rPr lang="en-US" altLang="zh-CN" dirty="0">
                <a:latin typeface="微软雅黑" panose="020B0503020204020204" pitchFamily="34" charset="-122"/>
                <a:ea typeface="微软雅黑" panose="020B0503020204020204" pitchFamily="34" charset="-122"/>
              </a:rPr>
              <a:t>SMART</a:t>
            </a:r>
            <a:r>
              <a:rPr lang="zh-CN" altLang="en-US" dirty="0">
                <a:latin typeface="微软雅黑" panose="020B0503020204020204" pitchFamily="34" charset="-122"/>
                <a:ea typeface="微软雅黑" panose="020B0503020204020204" pitchFamily="34" charset="-122"/>
              </a:rPr>
              <a:t>平台文件结构</a:t>
            </a:r>
            <a:endParaRPr lang="en-US" altLang="zh-CN" dirty="0">
              <a:latin typeface="微软雅黑" panose="020B0503020204020204" pitchFamily="34" charset="-122"/>
              <a:ea typeface="微软雅黑" panose="020B0503020204020204" pitchFamily="34" charset="-122"/>
            </a:endParaRPr>
          </a:p>
          <a:p>
            <a:pPr lvl="1"/>
            <a:r>
              <a:rPr lang="en-US" altLang="zh-CN" dirty="0">
                <a:latin typeface="微软雅黑" panose="020B0503020204020204" pitchFamily="34" charset="-122"/>
                <a:ea typeface="微软雅黑" panose="020B0503020204020204" pitchFamily="34" charset="-122"/>
              </a:rPr>
              <a:t>7</a:t>
            </a:r>
            <a:r>
              <a:rPr lang="zh-CN" altLang="en-US"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rtl</a:t>
            </a:r>
            <a:r>
              <a:rPr lang="en-US" altLang="zh-CN" dirty="0">
                <a:latin typeface="微软雅黑" panose="020B0503020204020204" pitchFamily="34" charset="-122"/>
                <a:ea typeface="微软雅黑" panose="020B0503020204020204" pitchFamily="34" charset="-122"/>
              </a:rPr>
              <a:t>/platform/</a:t>
            </a:r>
          </a:p>
          <a:p>
            <a:pPr lvl="2"/>
            <a:r>
              <a:rPr lang="zh-CN" altLang="en-US" dirty="0">
                <a:latin typeface="微软雅黑" panose="020B0503020204020204" pitchFamily="34" charset="-122"/>
                <a:ea typeface="微软雅黑" panose="020B0503020204020204" pitchFamily="34" charset="-122"/>
              </a:rPr>
              <a:t>存放</a:t>
            </a:r>
            <a:r>
              <a:rPr lang="en-US" altLang="zh-CN" dirty="0">
                <a:latin typeface="微软雅黑" panose="020B0503020204020204" pitchFamily="34" charset="-122"/>
                <a:ea typeface="微软雅黑" panose="020B0503020204020204" pitchFamily="34" charset="-122"/>
              </a:rPr>
              <a:t>SMART</a:t>
            </a:r>
            <a:r>
              <a:rPr lang="zh-CN" altLang="en-US" dirty="0">
                <a:latin typeface="微软雅黑" panose="020B0503020204020204" pitchFamily="34" charset="-122"/>
                <a:ea typeface="微软雅黑" panose="020B0503020204020204" pitchFamily="34" charset="-122"/>
              </a:rPr>
              <a:t>平台源代码的目录，包括</a:t>
            </a:r>
            <a:r>
              <a:rPr lang="en-US" altLang="zh-CN" dirty="0">
                <a:latin typeface="微软雅黑" panose="020B0503020204020204" pitchFamily="34" charset="-122"/>
                <a:ea typeface="微软雅黑" panose="020B0503020204020204" pitchFamily="34" charset="-122"/>
              </a:rPr>
              <a:t>SOC</a:t>
            </a:r>
            <a:r>
              <a:rPr lang="zh-CN" altLang="en-US" dirty="0">
                <a:latin typeface="微软雅黑" panose="020B0503020204020204" pitchFamily="34" charset="-122"/>
                <a:ea typeface="微软雅黑" panose="020B0503020204020204" pitchFamily="34" charset="-122"/>
              </a:rPr>
              <a:t>相关的外围</a:t>
            </a:r>
            <a:r>
              <a:rPr lang="en-US" altLang="zh-CN" dirty="0">
                <a:latin typeface="微软雅黑" panose="020B0503020204020204" pitchFamily="34" charset="-122"/>
                <a:ea typeface="微软雅黑" panose="020B0503020204020204" pitchFamily="34" charset="-122"/>
              </a:rPr>
              <a:t>IP</a:t>
            </a:r>
            <a:r>
              <a:rPr lang="zh-CN" altLang="en-US" dirty="0">
                <a:latin typeface="微软雅黑" panose="020B0503020204020204" pitchFamily="34" charset="-122"/>
                <a:ea typeface="微软雅黑" panose="020B0503020204020204" pitchFamily="34" charset="-122"/>
              </a:rPr>
              <a:t>以及总线仲裁器等</a:t>
            </a:r>
            <a:r>
              <a:rPr lang="en-US" altLang="zh-CN" dirty="0">
                <a:latin typeface="微软雅黑" panose="020B0503020204020204" pitchFamily="34" charset="-122"/>
                <a:ea typeface="微软雅黑" panose="020B0503020204020204" pitchFamily="34" charset="-122"/>
              </a:rPr>
              <a:t>RTL</a:t>
            </a:r>
            <a:r>
              <a:rPr lang="zh-CN" altLang="en-US" dirty="0">
                <a:latin typeface="微软雅黑" panose="020B0503020204020204" pitchFamily="34" charset="-122"/>
                <a:ea typeface="微软雅黑" panose="020B0503020204020204" pitchFamily="34" charset="-122"/>
              </a:rPr>
              <a:t>代码。</a:t>
            </a:r>
          </a:p>
          <a:p>
            <a:pPr lvl="1"/>
            <a:r>
              <a:rPr lang="en-US" altLang="zh-CN" dirty="0">
                <a:latin typeface="微软雅黑" panose="020B0503020204020204" pitchFamily="34" charset="-122"/>
                <a:ea typeface="微软雅黑" panose="020B0503020204020204" pitchFamily="34" charset="-122"/>
              </a:rPr>
              <a:t>8</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tb/</a:t>
            </a:r>
          </a:p>
          <a:p>
            <a:pPr lvl="2"/>
            <a:r>
              <a:rPr lang="zh-CN" altLang="en-US" dirty="0">
                <a:latin typeface="微软雅黑" panose="020B0503020204020204" pitchFamily="34" charset="-122"/>
                <a:ea typeface="微软雅黑" panose="020B0503020204020204" pitchFamily="34" charset="-122"/>
              </a:rPr>
              <a:t>测试平台以及相关的仿真工具模型存放目录，包含时钟、复位等信号的产生以及内存的下载、仿真行为结束判定以及</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程序运行轨迹的检测等文件。</a:t>
            </a:r>
          </a:p>
          <a:p>
            <a:pPr lvl="1"/>
            <a:r>
              <a:rPr lang="en-US" altLang="zh-CN" dirty="0">
                <a:latin typeface="微软雅黑" panose="020B0503020204020204" pitchFamily="34" charset="-122"/>
                <a:ea typeface="微软雅黑" panose="020B0503020204020204" pitchFamily="34" charset="-122"/>
              </a:rPr>
              <a:t>9</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case/</a:t>
            </a:r>
          </a:p>
          <a:p>
            <a:pPr lvl="2"/>
            <a:r>
              <a:rPr lang="zh-CN" altLang="en-US" dirty="0">
                <a:latin typeface="微软雅黑" panose="020B0503020204020204" pitchFamily="34" charset="-122"/>
                <a:ea typeface="微软雅黑" panose="020B0503020204020204" pitchFamily="34" charset="-122"/>
              </a:rPr>
              <a:t>存放测试激励的目录，包含测试实例其形式有</a:t>
            </a:r>
            <a:r>
              <a:rPr lang="en-US" altLang="zh-CN" dirty="0">
                <a:latin typeface="微软雅黑" panose="020B0503020204020204" pitchFamily="34" charset="-122"/>
                <a:ea typeface="微软雅黑" panose="020B0503020204020204" pitchFamily="34" charset="-122"/>
              </a:rPr>
              <a:t>C</a:t>
            </a:r>
            <a:r>
              <a:rPr lang="zh-CN" altLang="en-US" dirty="0">
                <a:latin typeface="微软雅黑" panose="020B0503020204020204" pitchFamily="34" charset="-122"/>
                <a:ea typeface="微软雅黑" panose="020B0503020204020204" pitchFamily="34" charset="-122"/>
              </a:rPr>
              <a:t>语言和汇编两种类型，包含性能、功能、低功耗、</a:t>
            </a:r>
            <a:r>
              <a:rPr lang="en-US" altLang="zh-CN" dirty="0">
                <a:latin typeface="微软雅黑" panose="020B0503020204020204" pitchFamily="34" charset="-122"/>
                <a:ea typeface="微软雅黑" panose="020B0503020204020204" pitchFamily="34" charset="-122"/>
              </a:rPr>
              <a:t>JTAG</a:t>
            </a:r>
            <a:r>
              <a:rPr lang="zh-CN" altLang="en-US" dirty="0">
                <a:latin typeface="微软雅黑" panose="020B0503020204020204" pitchFamily="34" charset="-122"/>
                <a:ea typeface="微软雅黑" panose="020B0503020204020204" pitchFamily="34" charset="-122"/>
              </a:rPr>
              <a:t>等测试实例。</a:t>
            </a:r>
          </a:p>
          <a:p>
            <a:pPr lvl="1"/>
            <a:r>
              <a:rPr lang="en-US" altLang="zh-CN" dirty="0">
                <a:latin typeface="微软雅黑" panose="020B0503020204020204" pitchFamily="34" charset="-122"/>
                <a:ea typeface="微软雅黑" panose="020B0503020204020204" pitchFamily="34" charset="-122"/>
              </a:rPr>
              <a:t>10</a:t>
            </a:r>
            <a:r>
              <a:rPr lang="zh-CN" altLang="en-US"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debug_test</a:t>
            </a:r>
            <a:r>
              <a:rPr lang="en-US" altLang="zh-CN" dirty="0">
                <a:latin typeface="微软雅黑" panose="020B0503020204020204" pitchFamily="34" charset="-122"/>
                <a:ea typeface="微软雅黑" panose="020B0503020204020204" pitchFamily="34" charset="-122"/>
              </a:rPr>
              <a:t>/</a:t>
            </a:r>
          </a:p>
          <a:p>
            <a:pPr lvl="2"/>
            <a:r>
              <a:rPr lang="zh-CN" altLang="en-US" dirty="0">
                <a:latin typeface="微软雅黑" panose="020B0503020204020204" pitchFamily="34" charset="-122"/>
                <a:ea typeface="微软雅黑" panose="020B0503020204020204" pitchFamily="34" charset="-122"/>
              </a:rPr>
              <a:t>存放测试</a:t>
            </a:r>
            <a:r>
              <a:rPr lang="en-US" altLang="zh-CN" dirty="0">
                <a:latin typeface="微软雅黑" panose="020B0503020204020204" pitchFamily="34" charset="-122"/>
                <a:ea typeface="微软雅黑" panose="020B0503020204020204" pitchFamily="34" charset="-122"/>
              </a:rPr>
              <a:t>memory</a:t>
            </a:r>
            <a:r>
              <a:rPr lang="zh-CN" altLang="en-US" dirty="0">
                <a:latin typeface="微软雅黑" panose="020B0503020204020204" pitchFamily="34" charset="-122"/>
                <a:ea typeface="微软雅黑" panose="020B0503020204020204" pitchFamily="34" charset="-122"/>
              </a:rPr>
              <a:t>读写和</a:t>
            </a:r>
            <a:r>
              <a:rPr lang="en-US" altLang="zh-CN" dirty="0" err="1">
                <a:latin typeface="微软雅黑" panose="020B0503020204020204" pitchFamily="34" charset="-122"/>
                <a:ea typeface="微软雅黑" panose="020B0503020204020204" pitchFamily="34" charset="-122"/>
              </a:rPr>
              <a:t>gpr</a:t>
            </a:r>
            <a:r>
              <a:rPr lang="zh-CN" altLang="en-US" dirty="0">
                <a:latin typeface="微软雅黑" panose="020B0503020204020204" pitchFamily="34" charset="-122"/>
                <a:ea typeface="微软雅黑" panose="020B0503020204020204" pitchFamily="34" charset="-122"/>
              </a:rPr>
              <a:t>读写的</a:t>
            </a:r>
            <a:r>
              <a:rPr lang="en-US" altLang="zh-CN" dirty="0">
                <a:latin typeface="微软雅黑" panose="020B0503020204020204" pitchFamily="34" charset="-122"/>
                <a:ea typeface="微软雅黑" panose="020B0503020204020204" pitchFamily="34" charset="-122"/>
              </a:rPr>
              <a:t>testbench</a:t>
            </a:r>
            <a:r>
              <a:rPr lang="zh-CN" altLang="en-US" dirty="0">
                <a:latin typeface="微软雅黑" panose="020B0503020204020204" pitchFamily="34" charset="-122"/>
                <a:ea typeface="微软雅黑" panose="020B0503020204020204" pitchFamily="34" charset="-122"/>
              </a:rPr>
              <a:t>。</a:t>
            </a:r>
          </a:p>
          <a:p>
            <a:pPr lvl="1"/>
            <a:r>
              <a:rPr lang="en-US" altLang="zh-CN" dirty="0">
                <a:latin typeface="微软雅黑" panose="020B0503020204020204" pitchFamily="34" charset="-122"/>
                <a:ea typeface="微软雅黑" panose="020B0503020204020204" pitchFamily="34" charset="-122"/>
              </a:rPr>
              <a:t>11</a:t>
            </a:r>
            <a:r>
              <a:rPr lang="zh-CN" altLang="en-US"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workdir</a:t>
            </a:r>
            <a:r>
              <a:rPr lang="en-US" altLang="zh-CN" dirty="0">
                <a:latin typeface="微软雅黑" panose="020B0503020204020204" pitchFamily="34" charset="-122"/>
                <a:ea typeface="微软雅黑" panose="020B0503020204020204" pitchFamily="34" charset="-122"/>
              </a:rPr>
              <a:t>/</a:t>
            </a:r>
          </a:p>
          <a:p>
            <a:pPr lvl="2"/>
            <a:r>
              <a:rPr lang="zh-CN" altLang="en-US" dirty="0">
                <a:latin typeface="微软雅黑" panose="020B0503020204020204" pitchFamily="34" charset="-122"/>
                <a:ea typeface="微软雅黑" panose="020B0503020204020204" pitchFamily="34" charset="-122"/>
              </a:rPr>
              <a:t>仿真运行的临时工作目录，仿真过程中的临时文件包括编译文件、</a:t>
            </a:r>
            <a:r>
              <a:rPr lang="en-US" altLang="zh-CN" dirty="0" err="1">
                <a:latin typeface="微软雅黑" panose="020B0503020204020204" pitchFamily="34" charset="-122"/>
                <a:ea typeface="微软雅黑" panose="020B0503020204020204" pitchFamily="34" charset="-122"/>
              </a:rPr>
              <a:t>verilog</a:t>
            </a:r>
            <a:r>
              <a:rPr lang="zh-CN" altLang="en-US" dirty="0">
                <a:latin typeface="微软雅黑" panose="020B0503020204020204" pitchFamily="34" charset="-122"/>
                <a:ea typeface="微软雅黑" panose="020B0503020204020204" pitchFamily="34" charset="-122"/>
              </a:rPr>
              <a:t>可执行文件、波形文件等均在此目录中。</a:t>
            </a:r>
          </a:p>
          <a:p>
            <a:pPr lvl="1"/>
            <a:r>
              <a:rPr lang="en-US" altLang="zh-CN" dirty="0">
                <a:latin typeface="微软雅黑" panose="020B0503020204020204" pitchFamily="34" charset="-122"/>
                <a:ea typeface="微软雅黑" panose="020B0503020204020204" pitchFamily="34" charset="-122"/>
              </a:rPr>
              <a:t>12</a:t>
            </a:r>
            <a:r>
              <a:rPr lang="zh-CN" altLang="en-US"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tmp</a:t>
            </a:r>
            <a:r>
              <a:rPr lang="en-US" altLang="zh-CN" dirty="0">
                <a:latin typeface="微软雅黑" panose="020B0503020204020204" pitchFamily="34" charset="-122"/>
                <a:ea typeface="微软雅黑" panose="020B0503020204020204" pitchFamily="34" charset="-122"/>
              </a:rPr>
              <a:t>/</a:t>
            </a:r>
          </a:p>
          <a:p>
            <a:pPr lvl="2"/>
            <a:r>
              <a:rPr lang="zh-CN" altLang="en-US" dirty="0">
                <a:latin typeface="微软雅黑" panose="020B0503020204020204" pitchFamily="34" charset="-122"/>
                <a:ea typeface="微软雅黑" panose="020B0503020204020204" pitchFamily="34" charset="-122"/>
              </a:rPr>
              <a:t>仿真的结果报告的临时存放目录。</a:t>
            </a:r>
          </a:p>
          <a:p>
            <a:pPr lvl="1"/>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884390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12AE3A-CAEA-4C8A-9EF3-B607AC61C106}"/>
              </a:ext>
            </a:extLst>
          </p:cNvPr>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SMART</a:t>
            </a:r>
            <a:r>
              <a:rPr lang="zh-CN" altLang="en-US" dirty="0">
                <a:latin typeface="微软雅黑" panose="020B0503020204020204" pitchFamily="34" charset="-122"/>
                <a:ea typeface="微软雅黑" panose="020B0503020204020204" pitchFamily="34" charset="-122"/>
              </a:rPr>
              <a:t>平台介绍</a:t>
            </a:r>
          </a:p>
        </p:txBody>
      </p:sp>
      <p:sp>
        <p:nvSpPr>
          <p:cNvPr id="3" name="内容占位符 2">
            <a:extLst>
              <a:ext uri="{FF2B5EF4-FFF2-40B4-BE49-F238E27FC236}">
                <a16:creationId xmlns:a16="http://schemas.microsoft.com/office/drawing/2014/main" id="{F64929D2-6D4D-404A-AB33-619EED904F5F}"/>
              </a:ext>
            </a:extLst>
          </p:cNvPr>
          <p:cNvSpPr>
            <a:spLocks noGrp="1"/>
          </p:cNvSpPr>
          <p:nvPr>
            <p:ph idx="1"/>
          </p:nvPr>
        </p:nvSpPr>
        <p:spPr/>
        <p:txBody>
          <a:bodyPr/>
          <a:lstStyle/>
          <a:p>
            <a:r>
              <a:rPr lang="en-US" altLang="zh-CN" dirty="0">
                <a:latin typeface="微软雅黑" panose="020B0503020204020204" pitchFamily="34" charset="-122"/>
                <a:ea typeface="微软雅黑" panose="020B0503020204020204" pitchFamily="34" charset="-122"/>
              </a:rPr>
              <a:t>SMART</a:t>
            </a:r>
            <a:r>
              <a:rPr lang="zh-CN" altLang="en-US" dirty="0">
                <a:latin typeface="微软雅黑" panose="020B0503020204020204" pitchFamily="34" charset="-122"/>
                <a:ea typeface="微软雅黑" panose="020B0503020204020204" pitchFamily="34" charset="-122"/>
              </a:rPr>
              <a:t>平台的仿真过程</a:t>
            </a:r>
            <a:endParaRPr lang="en-US" altLang="zh-CN" dirty="0">
              <a:latin typeface="微软雅黑" panose="020B0503020204020204" pitchFamily="34" charset="-122"/>
              <a:ea typeface="微软雅黑" panose="020B0503020204020204" pitchFamily="34" charset="-122"/>
            </a:endParaRPr>
          </a:p>
          <a:p>
            <a:pPr lvl="1"/>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、提供的仿真工具实际是一个</a:t>
            </a:r>
            <a:r>
              <a:rPr lang="en-US" altLang="zh-CN" dirty="0" err="1">
                <a:latin typeface="微软雅黑" panose="020B0503020204020204" pitchFamily="34" charset="-122"/>
                <a:ea typeface="微软雅黑" panose="020B0503020204020204" pitchFamily="34" charset="-122"/>
              </a:rPr>
              <a:t>perl</a:t>
            </a:r>
            <a:r>
              <a:rPr lang="zh-CN" altLang="en-US" dirty="0">
                <a:latin typeface="微软雅黑" panose="020B0503020204020204" pitchFamily="34" charset="-122"/>
                <a:ea typeface="微软雅黑" panose="020B0503020204020204" pitchFamily="34" charset="-122"/>
              </a:rPr>
              <a:t>脚本，位于</a:t>
            </a:r>
            <a:r>
              <a:rPr lang="en-US" altLang="zh-CN" dirty="0">
                <a:latin typeface="微软雅黑" panose="020B0503020204020204" pitchFamily="34" charset="-122"/>
                <a:ea typeface="微软雅黑" panose="020B0503020204020204" pitchFamily="34" charset="-122"/>
              </a:rPr>
              <a:t>/tools/</a:t>
            </a:r>
            <a:r>
              <a:rPr lang="en-US" altLang="zh-CN" dirty="0" err="1">
                <a:latin typeface="微软雅黑" panose="020B0503020204020204" pitchFamily="34" charset="-122"/>
                <a:ea typeface="微软雅黑" panose="020B0503020204020204" pitchFamily="34" charset="-122"/>
              </a:rPr>
              <a:t>run_case</a:t>
            </a:r>
            <a:r>
              <a:rPr lang="zh-CN" altLang="en-US" dirty="0">
                <a:latin typeface="微软雅黑" panose="020B0503020204020204" pitchFamily="34" charset="-122"/>
                <a:ea typeface="微软雅黑" panose="020B0503020204020204" pitchFamily="34" charset="-122"/>
              </a:rPr>
              <a:t>，工作目录是</a:t>
            </a:r>
            <a:r>
              <a:rPr lang="en-US" altLang="zh-CN" dirty="0" err="1">
                <a:latin typeface="微软雅黑" panose="020B0503020204020204" pitchFamily="34" charset="-122"/>
                <a:ea typeface="微软雅黑" panose="020B0503020204020204" pitchFamily="34" charset="-122"/>
              </a:rPr>
              <a:t>workdir</a:t>
            </a:r>
            <a:r>
              <a:rPr lang="zh-CN" altLang="en-US" dirty="0">
                <a:latin typeface="微软雅黑" panose="020B0503020204020204" pitchFamily="34" charset="-122"/>
                <a:ea typeface="微软雅黑" panose="020B0503020204020204" pitchFamily="34" charset="-122"/>
              </a:rPr>
              <a:t>。</a:t>
            </a:r>
          </a:p>
          <a:p>
            <a:pPr lvl="1"/>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、首先通过平头哥定制的</a:t>
            </a:r>
            <a:r>
              <a:rPr lang="en-US" altLang="zh-CN" dirty="0" err="1">
                <a:latin typeface="微软雅黑" panose="020B0503020204020204" pitchFamily="34" charset="-122"/>
                <a:ea typeface="微软雅黑" panose="020B0503020204020204" pitchFamily="34" charset="-122"/>
              </a:rPr>
              <a:t>riscv</a:t>
            </a:r>
            <a:r>
              <a:rPr lang="en-US" altLang="zh-CN" dirty="0">
                <a:latin typeface="微软雅黑" panose="020B0503020204020204" pitchFamily="34" charset="-122"/>
                <a:ea typeface="微软雅黑" panose="020B0503020204020204" pitchFamily="34" charset="-122"/>
              </a:rPr>
              <a:t>-gnu-toolchain</a:t>
            </a:r>
            <a:r>
              <a:rPr lang="zh-CN" altLang="en-US" dirty="0">
                <a:latin typeface="微软雅黑" panose="020B0503020204020204" pitchFamily="34" charset="-122"/>
                <a:ea typeface="微软雅黑" panose="020B0503020204020204" pitchFamily="34" charset="-122"/>
              </a:rPr>
              <a:t>编译</a:t>
            </a:r>
            <a:r>
              <a:rPr lang="en-US" altLang="zh-CN" dirty="0">
                <a:latin typeface="微软雅黑" panose="020B0503020204020204" pitchFamily="34" charset="-122"/>
                <a:ea typeface="微软雅黑" panose="020B0503020204020204" pitchFamily="34" charset="-122"/>
              </a:rPr>
              <a:t>C</a:t>
            </a:r>
            <a:r>
              <a:rPr lang="zh-CN" altLang="en-US" dirty="0">
                <a:latin typeface="微软雅黑" panose="020B0503020204020204" pitchFamily="34" charset="-122"/>
                <a:ea typeface="微软雅黑" panose="020B0503020204020204" pitchFamily="34" charset="-122"/>
              </a:rPr>
              <a:t>程序或汇编程序，得到</a:t>
            </a:r>
            <a:r>
              <a:rPr lang="en-US" altLang="zh-CN" dirty="0">
                <a:latin typeface="微软雅黑" panose="020B0503020204020204" pitchFamily="34" charset="-122"/>
                <a:ea typeface="微软雅黑" panose="020B0503020204020204" pitchFamily="34" charset="-122"/>
              </a:rPr>
              <a:t>HEX</a:t>
            </a:r>
            <a:r>
              <a:rPr lang="zh-CN" altLang="en-US" dirty="0">
                <a:latin typeface="微软雅黑" panose="020B0503020204020204" pitchFamily="34" charset="-122"/>
                <a:ea typeface="微软雅黑" panose="020B0503020204020204" pitchFamily="34" charset="-122"/>
              </a:rPr>
              <a:t>文件后再经过</a:t>
            </a:r>
            <a:r>
              <a:rPr lang="en-US" altLang="zh-CN" dirty="0">
                <a:latin typeface="微软雅黑" panose="020B0503020204020204" pitchFamily="34" charset="-122"/>
                <a:ea typeface="微软雅黑" panose="020B0503020204020204" pitchFamily="34" charset="-122"/>
              </a:rPr>
              <a:t>/tools</a:t>
            </a:r>
            <a:r>
              <a:rPr lang="zh-CN" altLang="en-US" dirty="0">
                <a:latin typeface="微软雅黑" panose="020B0503020204020204" pitchFamily="34" charset="-122"/>
                <a:ea typeface="微软雅黑" panose="020B0503020204020204" pitchFamily="34" charset="-122"/>
              </a:rPr>
              <a:t>下的</a:t>
            </a:r>
            <a:r>
              <a:rPr lang="en-US" altLang="zh-CN" dirty="0">
                <a:latin typeface="微软雅黑" panose="020B0503020204020204" pitchFamily="34" charset="-122"/>
                <a:ea typeface="微软雅黑" panose="020B0503020204020204" pitchFamily="34" charset="-122"/>
              </a:rPr>
              <a:t>Srec2vmem</a:t>
            </a:r>
            <a:r>
              <a:rPr lang="zh-CN" altLang="en-US" dirty="0">
                <a:latin typeface="微软雅黑" panose="020B0503020204020204" pitchFamily="34" charset="-122"/>
                <a:ea typeface="微软雅黑" panose="020B0503020204020204" pitchFamily="34" charset="-122"/>
              </a:rPr>
              <a:t>工具将其转成指令</a:t>
            </a:r>
            <a:r>
              <a:rPr lang="en-US" altLang="zh-CN" dirty="0">
                <a:latin typeface="微软雅黑" panose="020B0503020204020204" pitchFamily="34" charset="-122"/>
                <a:ea typeface="微软雅黑" panose="020B0503020204020204" pitchFamily="34" charset="-122"/>
              </a:rPr>
              <a:t>pat</a:t>
            </a:r>
            <a:r>
              <a:rPr lang="zh-CN" altLang="en-US" dirty="0">
                <a:latin typeface="微软雅黑" panose="020B0503020204020204" pitchFamily="34" charset="-122"/>
                <a:ea typeface="微软雅黑" panose="020B0503020204020204" pitchFamily="34" charset="-122"/>
              </a:rPr>
              <a:t>文件和数据</a:t>
            </a:r>
            <a:r>
              <a:rPr lang="en-US" altLang="zh-CN" dirty="0">
                <a:latin typeface="微软雅黑" panose="020B0503020204020204" pitchFamily="34" charset="-122"/>
                <a:ea typeface="微软雅黑" panose="020B0503020204020204" pitchFamily="34" charset="-122"/>
              </a:rPr>
              <a:t>pat</a:t>
            </a:r>
            <a:r>
              <a:rPr lang="zh-CN" altLang="en-US" dirty="0">
                <a:latin typeface="微软雅黑" panose="020B0503020204020204" pitchFamily="34" charset="-122"/>
                <a:ea typeface="微软雅黑" panose="020B0503020204020204" pitchFamily="34" charset="-122"/>
              </a:rPr>
              <a:t>文件。</a:t>
            </a:r>
          </a:p>
          <a:p>
            <a:pPr lvl="1"/>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、启动</a:t>
            </a:r>
            <a:r>
              <a:rPr lang="en-US" altLang="zh-CN" dirty="0" err="1">
                <a:latin typeface="微软雅黑" panose="020B0503020204020204" pitchFamily="34" charset="-122"/>
                <a:ea typeface="微软雅黑" panose="020B0503020204020204" pitchFamily="34" charset="-122"/>
              </a:rPr>
              <a:t>vcs</a:t>
            </a:r>
            <a:r>
              <a:rPr lang="zh-CN" altLang="en-US" dirty="0">
                <a:latin typeface="微软雅黑" panose="020B0503020204020204" pitchFamily="34" charset="-122"/>
                <a:ea typeface="微软雅黑" panose="020B0503020204020204" pitchFamily="34" charset="-122"/>
              </a:rPr>
              <a:t>仿真，</a:t>
            </a:r>
            <a:r>
              <a:rPr lang="en-US" altLang="zh-CN" dirty="0">
                <a:latin typeface="微软雅黑" panose="020B0503020204020204" pitchFamily="34" charset="-122"/>
                <a:ea typeface="微软雅黑" panose="020B0503020204020204" pitchFamily="34" charset="-122"/>
              </a:rPr>
              <a:t>testbench</a:t>
            </a:r>
            <a:r>
              <a:rPr lang="zh-CN" altLang="en-US" dirty="0">
                <a:latin typeface="微软雅黑" panose="020B0503020204020204" pitchFamily="34" charset="-122"/>
                <a:ea typeface="微软雅黑" panose="020B0503020204020204" pitchFamily="34" charset="-122"/>
              </a:rPr>
              <a:t>顶层位于</a:t>
            </a:r>
            <a:r>
              <a:rPr lang="en-US" altLang="zh-CN" dirty="0">
                <a:latin typeface="微软雅黑" panose="020B0503020204020204" pitchFamily="34" charset="-122"/>
                <a:ea typeface="微软雅黑" panose="020B0503020204020204" pitchFamily="34" charset="-122"/>
              </a:rPr>
              <a:t>tb/</a:t>
            </a:r>
            <a:r>
              <a:rPr lang="en-US" altLang="zh-CN" dirty="0" err="1">
                <a:latin typeface="微软雅黑" panose="020B0503020204020204" pitchFamily="34" charset="-122"/>
                <a:ea typeface="微软雅黑" panose="020B0503020204020204" pitchFamily="34" charset="-122"/>
              </a:rPr>
              <a:t>tb.v</a:t>
            </a:r>
            <a:r>
              <a:rPr lang="zh-CN" altLang="en-US" dirty="0">
                <a:latin typeface="微软雅黑" panose="020B0503020204020204" pitchFamily="34" charset="-122"/>
                <a:ea typeface="微软雅黑" panose="020B0503020204020204" pitchFamily="34" charset="-122"/>
              </a:rPr>
              <a:t>，该文件除了负责时钟，复位的产生外；还负责将之前产生的指令</a:t>
            </a:r>
            <a:r>
              <a:rPr lang="en-US" altLang="zh-CN" dirty="0">
                <a:latin typeface="微软雅黑" panose="020B0503020204020204" pitchFamily="34" charset="-122"/>
                <a:ea typeface="微软雅黑" panose="020B0503020204020204" pitchFamily="34" charset="-122"/>
              </a:rPr>
              <a:t>pat</a:t>
            </a:r>
            <a:r>
              <a:rPr lang="zh-CN" altLang="en-US" dirty="0">
                <a:latin typeface="微软雅黑" panose="020B0503020204020204" pitchFamily="34" charset="-122"/>
                <a:ea typeface="微软雅黑" panose="020B0503020204020204" pitchFamily="34" charset="-122"/>
              </a:rPr>
              <a:t>文件和数据</a:t>
            </a:r>
            <a:r>
              <a:rPr lang="en-US" altLang="zh-CN" dirty="0">
                <a:latin typeface="微软雅黑" panose="020B0503020204020204" pitchFamily="34" charset="-122"/>
                <a:ea typeface="微软雅黑" panose="020B0503020204020204" pitchFamily="34" charset="-122"/>
              </a:rPr>
              <a:t>pat</a:t>
            </a:r>
            <a:r>
              <a:rPr lang="zh-CN" altLang="en-US" dirty="0">
                <a:latin typeface="微软雅黑" panose="020B0503020204020204" pitchFamily="34" charset="-122"/>
                <a:ea typeface="微软雅黑" panose="020B0503020204020204" pitchFamily="34" charset="-122"/>
              </a:rPr>
              <a:t>文件写进对应的</a:t>
            </a:r>
            <a:r>
              <a:rPr lang="en-US" altLang="zh-CN" dirty="0">
                <a:latin typeface="微软雅黑" panose="020B0503020204020204" pitchFamily="34" charset="-122"/>
                <a:ea typeface="微软雅黑" panose="020B0503020204020204" pitchFamily="34" charset="-122"/>
              </a:rPr>
              <a:t>SRAM</a:t>
            </a:r>
            <a:r>
              <a:rPr lang="zh-CN" altLang="en-US" dirty="0">
                <a:latin typeface="微软雅黑" panose="020B0503020204020204" pitchFamily="34" charset="-122"/>
                <a:ea typeface="微软雅黑" panose="020B0503020204020204" pitchFamily="34" charset="-122"/>
              </a:rPr>
              <a:t>中，写入的地址由链接文件</a:t>
            </a:r>
            <a:r>
              <a:rPr lang="en-US" altLang="zh-CN" dirty="0">
                <a:latin typeface="微软雅黑" panose="020B0503020204020204" pitchFamily="34" charset="-122"/>
                <a:ea typeface="微软雅黑" panose="020B0503020204020204" pitchFamily="34" charset="-122"/>
              </a:rPr>
              <a:t>/lib/</a:t>
            </a:r>
            <a:r>
              <a:rPr lang="en-US" altLang="zh-CN" dirty="0" err="1">
                <a:latin typeface="微软雅黑" panose="020B0503020204020204" pitchFamily="34" charset="-122"/>
                <a:ea typeface="微软雅黑" panose="020B0503020204020204" pitchFamily="34" charset="-122"/>
              </a:rPr>
              <a:t>linker.lcf</a:t>
            </a:r>
            <a:r>
              <a:rPr lang="zh-CN" altLang="en-US" dirty="0">
                <a:latin typeface="微软雅黑" panose="020B0503020204020204" pitchFamily="34" charset="-122"/>
                <a:ea typeface="微软雅黑" panose="020B0503020204020204" pitchFamily="34" charset="-122"/>
              </a:rPr>
              <a:t>指定（主要是</a:t>
            </a:r>
            <a:r>
              <a:rPr lang="en-US" altLang="zh-CN" dirty="0">
                <a:latin typeface="微软雅黑" panose="020B0503020204020204" pitchFamily="34" charset="-122"/>
                <a:ea typeface="微软雅黑" panose="020B0503020204020204" pitchFamily="34" charset="-122"/>
              </a:rPr>
              <a:t>text</a:t>
            </a:r>
            <a:r>
              <a:rPr lang="zh-CN" altLang="en-US" dirty="0">
                <a:latin typeface="微软雅黑" panose="020B0503020204020204" pitchFamily="34" charset="-122"/>
                <a:ea typeface="微软雅黑" panose="020B0503020204020204" pitchFamily="34" charset="-122"/>
              </a:rPr>
              <a:t>段和</a:t>
            </a:r>
            <a:r>
              <a:rPr lang="en-US" altLang="zh-CN" dirty="0">
                <a:latin typeface="微软雅黑" panose="020B0503020204020204" pitchFamily="34" charset="-122"/>
                <a:ea typeface="微软雅黑" panose="020B0503020204020204" pitchFamily="34" charset="-122"/>
              </a:rPr>
              <a:t>data</a:t>
            </a:r>
            <a:r>
              <a:rPr lang="zh-CN" altLang="en-US" dirty="0">
                <a:latin typeface="微软雅黑" panose="020B0503020204020204" pitchFamily="34" charset="-122"/>
                <a:ea typeface="微软雅黑" panose="020B0503020204020204" pitchFamily="34" charset="-122"/>
              </a:rPr>
              <a:t>段）；还负责判定是否仿真结束、仿真成功和</a:t>
            </a:r>
            <a:r>
              <a:rPr lang="en-US" altLang="zh-CN" dirty="0">
                <a:latin typeface="微软雅黑" panose="020B0503020204020204" pitchFamily="34" charset="-122"/>
                <a:ea typeface="微软雅黑" panose="020B0503020204020204" pitchFamily="34" charset="-122"/>
              </a:rPr>
              <a:t>C</a:t>
            </a:r>
            <a:r>
              <a:rPr lang="zh-CN" altLang="en-US" dirty="0">
                <a:latin typeface="微软雅黑" panose="020B0503020204020204" pitchFamily="34" charset="-122"/>
                <a:ea typeface="微软雅黑" panose="020B0503020204020204" pitchFamily="34" charset="-122"/>
              </a:rPr>
              <a:t>中标准输出（</a:t>
            </a:r>
            <a:r>
              <a:rPr lang="en-US" altLang="zh-CN" dirty="0" err="1">
                <a:latin typeface="微软雅黑" panose="020B0503020204020204" pitchFamily="34" charset="-122"/>
                <a:ea typeface="微软雅黑" panose="020B0503020204020204" pitchFamily="34" charset="-122"/>
              </a:rPr>
              <a:t>printf</a:t>
            </a:r>
            <a:r>
              <a:rPr lang="zh-CN" altLang="en-US" dirty="0">
                <a:latin typeface="微软雅黑" panose="020B0503020204020204" pitchFamily="34" charset="-122"/>
                <a:ea typeface="微软雅黑" panose="020B0503020204020204" pitchFamily="34" charset="-122"/>
              </a:rPr>
              <a:t>）的转换实现。</a:t>
            </a:r>
            <a:endParaRPr lang="en-US" altLang="zh-CN" dirty="0">
              <a:latin typeface="微软雅黑" panose="020B0503020204020204" pitchFamily="34" charset="-122"/>
              <a:ea typeface="微软雅黑" panose="020B0503020204020204" pitchFamily="34" charset="-122"/>
            </a:endParaRPr>
          </a:p>
          <a:p>
            <a:pPr lvl="1"/>
            <a:r>
              <a:rPr lang="en-US" altLang="zh-CN" dirty="0">
                <a:latin typeface="微软雅黑" panose="020B0503020204020204" pitchFamily="34" charset="-122"/>
                <a:ea typeface="微软雅黑" panose="020B0503020204020204" pitchFamily="34" charset="-122"/>
              </a:rPr>
              <a:t>4</a:t>
            </a:r>
            <a:r>
              <a:rPr lang="zh-CN"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vcs</a:t>
            </a:r>
            <a:r>
              <a:rPr lang="zh-CN" altLang="zh-CN" dirty="0">
                <a:latin typeface="微软雅黑" panose="020B0503020204020204" pitchFamily="34" charset="-122"/>
                <a:ea typeface="微软雅黑" panose="020B0503020204020204" pitchFamily="34" charset="-122"/>
              </a:rPr>
              <a:t>仿真结束后生成仿真报告和波形文件。</a:t>
            </a:r>
          </a:p>
          <a:p>
            <a:pPr lvl="1"/>
            <a:endParaRPr lang="zh-CN" altLang="en-US" dirty="0">
              <a:latin typeface="微软雅黑" panose="020B0503020204020204" pitchFamily="34" charset="-122"/>
              <a:ea typeface="微软雅黑" panose="020B0503020204020204" pitchFamily="34" charset="-122"/>
            </a:endParaRPr>
          </a:p>
          <a:p>
            <a:pPr lvl="1"/>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313585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65EF3D-6592-4C90-B610-2A1A5E790E88}"/>
              </a:ext>
            </a:extLst>
          </p:cNvPr>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SMART</a:t>
            </a:r>
            <a:r>
              <a:rPr lang="zh-CN" altLang="en-US" dirty="0">
                <a:latin typeface="微软雅黑" panose="020B0503020204020204" pitchFamily="34" charset="-122"/>
                <a:ea typeface="微软雅黑" panose="020B0503020204020204" pitchFamily="34" charset="-122"/>
              </a:rPr>
              <a:t>平台介绍</a:t>
            </a:r>
          </a:p>
        </p:txBody>
      </p:sp>
      <p:sp>
        <p:nvSpPr>
          <p:cNvPr id="3" name="内容占位符 2">
            <a:extLst>
              <a:ext uri="{FF2B5EF4-FFF2-40B4-BE49-F238E27FC236}">
                <a16:creationId xmlns:a16="http://schemas.microsoft.com/office/drawing/2014/main" id="{A1C8E0C0-84D5-419D-A61B-C10D4270BCC9}"/>
              </a:ext>
            </a:extLst>
          </p:cNvPr>
          <p:cNvSpPr>
            <a:spLocks noGrp="1"/>
          </p:cNvSpPr>
          <p:nvPr>
            <p:ph idx="1"/>
          </p:nvPr>
        </p:nvSpPr>
        <p:spPr>
          <a:xfrm>
            <a:off x="838200" y="1825625"/>
            <a:ext cx="10515600" cy="4351338"/>
          </a:xfrm>
        </p:spPr>
        <p:txBody>
          <a:bodyPr/>
          <a:lstStyle/>
          <a:p>
            <a:r>
              <a:rPr lang="en-US" altLang="zh-CN" dirty="0">
                <a:latin typeface="微软雅黑" panose="020B0503020204020204" pitchFamily="34" charset="-122"/>
                <a:ea typeface="微软雅黑" panose="020B0503020204020204" pitchFamily="34" charset="-122"/>
              </a:rPr>
              <a:t>SMART</a:t>
            </a:r>
            <a:r>
              <a:rPr lang="zh-CN" altLang="en-US" dirty="0">
                <a:latin typeface="微软雅黑" panose="020B0503020204020204" pitchFamily="34" charset="-122"/>
                <a:ea typeface="微软雅黑" panose="020B0503020204020204" pitchFamily="34" charset="-122"/>
              </a:rPr>
              <a:t>平台内的</a:t>
            </a:r>
            <a:r>
              <a:rPr lang="en-US" altLang="zh-CN" dirty="0">
                <a:latin typeface="微软雅黑" panose="020B0503020204020204" pitchFamily="34" charset="-122"/>
                <a:ea typeface="微软雅黑" panose="020B0503020204020204" pitchFamily="34" charset="-122"/>
              </a:rPr>
              <a:t>SoC</a:t>
            </a:r>
          </a:p>
          <a:p>
            <a:pPr lvl="1"/>
            <a:r>
              <a:rPr lang="en-US" altLang="zh-CN" dirty="0">
                <a:latin typeface="微软雅黑" panose="020B0503020204020204" pitchFamily="34" charset="-122"/>
                <a:ea typeface="微软雅黑" panose="020B0503020204020204" pitchFamily="34" charset="-122"/>
              </a:rPr>
              <a:t>C910 </a:t>
            </a:r>
            <a:r>
              <a:rPr lang="en-US" altLang="zh-CN" dirty="0" err="1">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通过</a:t>
            </a:r>
            <a:r>
              <a:rPr lang="en-US" altLang="zh-CN" dirty="0">
                <a:latin typeface="微软雅黑" panose="020B0503020204020204" pitchFamily="34" charset="-122"/>
                <a:ea typeface="微软雅黑" panose="020B0503020204020204" pitchFamily="34" charset="-122"/>
              </a:rPr>
              <a:t>AXI</a:t>
            </a:r>
            <a:r>
              <a:rPr lang="zh-CN" altLang="en-US" dirty="0">
                <a:latin typeface="微软雅黑" panose="020B0503020204020204" pitchFamily="34" charset="-122"/>
                <a:ea typeface="微软雅黑" panose="020B0503020204020204" pitchFamily="34" charset="-122"/>
              </a:rPr>
              <a:t>总线实现和</a:t>
            </a:r>
            <a:endParaRPr lang="en-US" altLang="zh-CN" dirty="0">
              <a:latin typeface="微软雅黑" panose="020B0503020204020204" pitchFamily="34" charset="-122"/>
              <a:ea typeface="微软雅黑" panose="020B0503020204020204" pitchFamily="34" charset="-122"/>
            </a:endParaRPr>
          </a:p>
          <a:p>
            <a:pPr marL="457200" lvl="1" indent="0">
              <a:buNone/>
            </a:pPr>
            <a:r>
              <a:rPr lang="zh-CN" altLang="en-US" dirty="0">
                <a:latin typeface="微软雅黑" panose="020B0503020204020204" pitchFamily="34" charset="-122"/>
                <a:ea typeface="微软雅黑" panose="020B0503020204020204" pitchFamily="34" charset="-122"/>
              </a:rPr>
              <a:t>其他从设备之间的通信。</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要仿真的指令和数据存放在</a:t>
            </a:r>
            <a:endParaRPr lang="en-US" altLang="zh-CN" dirty="0">
              <a:latin typeface="微软雅黑" panose="020B0503020204020204" pitchFamily="34" charset="-122"/>
              <a:ea typeface="微软雅黑" panose="020B0503020204020204" pitchFamily="34" charset="-122"/>
            </a:endParaRPr>
          </a:p>
          <a:p>
            <a:pPr marL="457200" lvl="1" indent="0">
              <a:buNone/>
            </a:pPr>
            <a:r>
              <a:rPr lang="en-US" altLang="zh-CN" dirty="0">
                <a:latin typeface="微软雅黑" panose="020B0503020204020204" pitchFamily="34" charset="-122"/>
                <a:ea typeface="微软雅黑" panose="020B0503020204020204" pitchFamily="34" charset="-122"/>
              </a:rPr>
              <a:t>AXI slave128</a:t>
            </a:r>
            <a:r>
              <a:rPr lang="zh-CN" altLang="en-US" dirty="0">
                <a:latin typeface="微软雅黑" panose="020B0503020204020204" pitchFamily="34" charset="-122"/>
                <a:ea typeface="微软雅黑" panose="020B0503020204020204" pitchFamily="34" charset="-122"/>
              </a:rPr>
              <a:t>这块</a:t>
            </a:r>
            <a:r>
              <a:rPr lang="en-US" altLang="zh-CN" dirty="0">
                <a:latin typeface="微软雅黑" panose="020B0503020204020204" pitchFamily="34" charset="-122"/>
                <a:ea typeface="微软雅黑" panose="020B0503020204020204" pitchFamily="34" charset="-122"/>
              </a:rPr>
              <a:t>RAM</a:t>
            </a:r>
            <a:r>
              <a:rPr lang="zh-CN" altLang="en-US" dirty="0">
                <a:latin typeface="微软雅黑" panose="020B0503020204020204" pitchFamily="34" charset="-122"/>
                <a:ea typeface="微软雅黑" panose="020B0503020204020204" pitchFamily="34" charset="-122"/>
              </a:rPr>
              <a:t>中。</a:t>
            </a:r>
            <a:endParaRPr lang="en-US" altLang="zh-CN" dirty="0">
              <a:latin typeface="微软雅黑" panose="020B0503020204020204" pitchFamily="34" charset="-122"/>
              <a:ea typeface="微软雅黑" panose="020B0503020204020204" pitchFamily="34" charset="-122"/>
            </a:endParaRPr>
          </a:p>
        </p:txBody>
      </p:sp>
      <p:sp>
        <p:nvSpPr>
          <p:cNvPr id="6" name="Rectangle 4">
            <a:extLst>
              <a:ext uri="{FF2B5EF4-FFF2-40B4-BE49-F238E27FC236}">
                <a16:creationId xmlns:a16="http://schemas.microsoft.com/office/drawing/2014/main" id="{E3458FB0-F4E2-4ACA-8F56-D5F46C043763}"/>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微软雅黑" panose="020B0503020204020204" pitchFamily="34" charset="-122"/>
              <a:ea typeface="微软雅黑" panose="020B0503020204020204" pitchFamily="34" charset="-122"/>
            </a:endParaRPr>
          </a:p>
        </p:txBody>
      </p:sp>
      <p:graphicFrame>
        <p:nvGraphicFramePr>
          <p:cNvPr id="7" name="对象 6">
            <a:extLst>
              <a:ext uri="{FF2B5EF4-FFF2-40B4-BE49-F238E27FC236}">
                <a16:creationId xmlns:a16="http://schemas.microsoft.com/office/drawing/2014/main" id="{67591AA8-4FB0-4D57-AC2E-14C97AB4A00D}"/>
              </a:ext>
            </a:extLst>
          </p:cNvPr>
          <p:cNvGraphicFramePr>
            <a:graphicFrameLocks noChangeAspect="1"/>
          </p:cNvGraphicFramePr>
          <p:nvPr>
            <p:extLst>
              <p:ext uri="{D42A27DB-BD31-4B8C-83A1-F6EECF244321}">
                <p14:modId xmlns:p14="http://schemas.microsoft.com/office/powerpoint/2010/main" val="3790687007"/>
              </p:ext>
            </p:extLst>
          </p:nvPr>
        </p:nvGraphicFramePr>
        <p:xfrm>
          <a:off x="5667594" y="196080"/>
          <a:ext cx="5592077" cy="6465840"/>
        </p:xfrm>
        <a:graphic>
          <a:graphicData uri="http://schemas.openxmlformats.org/presentationml/2006/ole">
            <mc:AlternateContent xmlns:mc="http://schemas.openxmlformats.org/markup-compatibility/2006">
              <mc:Choice xmlns:v="urn:schemas-microsoft-com:vml" Requires="v">
                <p:oleObj spid="_x0000_s1030" name="Visio" r:id="rId3" imgW="7838918" imgH="9058177" progId="Visio.Drawing.15">
                  <p:embed/>
                </p:oleObj>
              </mc:Choice>
              <mc:Fallback>
                <p:oleObj name="Visio" r:id="rId3" imgW="7838918" imgH="9058177" progId="Visio.Drawing.15">
                  <p:embed/>
                  <p:pic>
                    <p:nvPicPr>
                      <p:cNvPr id="7" name="对象 6">
                        <a:extLst>
                          <a:ext uri="{FF2B5EF4-FFF2-40B4-BE49-F238E27FC236}">
                            <a16:creationId xmlns:a16="http://schemas.microsoft.com/office/drawing/2014/main" id="{67591AA8-4FB0-4D57-AC2E-14C97AB4A0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67594" y="196080"/>
                        <a:ext cx="5592077" cy="6465840"/>
                      </a:xfrm>
                      <a:prstGeom prst="rect">
                        <a:avLst/>
                      </a:prstGeom>
                      <a:noFill/>
                    </p:spPr>
                  </p:pic>
                </p:oleObj>
              </mc:Fallback>
            </mc:AlternateContent>
          </a:graphicData>
        </a:graphic>
      </p:graphicFrame>
    </p:spTree>
    <p:extLst>
      <p:ext uri="{BB962C8B-B14F-4D97-AF65-F5344CB8AC3E}">
        <p14:creationId xmlns:p14="http://schemas.microsoft.com/office/powerpoint/2010/main" val="34534096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DFC48F-8CAA-433B-A8D4-2A43BC37E2C6}"/>
              </a:ext>
            </a:extLst>
          </p:cNvPr>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SMART</a:t>
            </a:r>
            <a:r>
              <a:rPr lang="zh-CN" altLang="en-US" dirty="0">
                <a:latin typeface="微软雅黑" panose="020B0503020204020204" pitchFamily="34" charset="-122"/>
                <a:ea typeface="微软雅黑" panose="020B0503020204020204" pitchFamily="34" charset="-122"/>
              </a:rPr>
              <a:t>平台介绍</a:t>
            </a:r>
            <a:endParaRPr lang="zh-CN" altLang="en-US" dirty="0"/>
          </a:p>
        </p:txBody>
      </p:sp>
      <p:sp>
        <p:nvSpPr>
          <p:cNvPr id="3" name="内容占位符 2">
            <a:extLst>
              <a:ext uri="{FF2B5EF4-FFF2-40B4-BE49-F238E27FC236}">
                <a16:creationId xmlns:a16="http://schemas.microsoft.com/office/drawing/2014/main" id="{5E029196-0B09-4365-8302-AFAC6D266836}"/>
              </a:ext>
            </a:extLst>
          </p:cNvPr>
          <p:cNvSpPr>
            <a:spLocks noGrp="1"/>
          </p:cNvSpPr>
          <p:nvPr>
            <p:ph idx="1"/>
          </p:nvPr>
        </p:nvSpPr>
        <p:spPr/>
        <p:txBody>
          <a:bodyPr/>
          <a:lstStyle/>
          <a:p>
            <a:r>
              <a:rPr lang="en-US" altLang="zh-CN" dirty="0">
                <a:latin typeface="微软雅黑" panose="020B0503020204020204" pitchFamily="34" charset="-122"/>
                <a:ea typeface="微软雅黑" panose="020B0503020204020204" pitchFamily="34" charset="-122"/>
              </a:rPr>
              <a:t>SMART</a:t>
            </a:r>
            <a:r>
              <a:rPr lang="zh-CN" altLang="en-US" dirty="0">
                <a:latin typeface="微软雅黑" panose="020B0503020204020204" pitchFamily="34" charset="-122"/>
                <a:ea typeface="微软雅黑" panose="020B0503020204020204" pitchFamily="34" charset="-122"/>
              </a:rPr>
              <a:t>图形界面</a:t>
            </a:r>
            <a:endParaRPr lang="en-US" altLang="zh-CN" dirty="0">
              <a:latin typeface="微软雅黑" panose="020B0503020204020204" pitchFamily="34" charset="-122"/>
              <a:ea typeface="微软雅黑" panose="020B0503020204020204" pitchFamily="34" charset="-122"/>
            </a:endParaRPr>
          </a:p>
          <a:p>
            <a:pPr lvl="1"/>
            <a:r>
              <a:rPr lang="en-US" altLang="zh-CN" dirty="0">
                <a:latin typeface="微软雅黑" panose="020B0503020204020204" pitchFamily="34" charset="-122"/>
                <a:ea typeface="微软雅黑" panose="020B0503020204020204" pitchFamily="34" charset="-122"/>
              </a:rPr>
              <a:t>SMART</a:t>
            </a:r>
            <a:r>
              <a:rPr lang="zh-CN" altLang="en-US" dirty="0">
                <a:latin typeface="微软雅黑" panose="020B0503020204020204" pitchFamily="34" charset="-122"/>
                <a:ea typeface="微软雅黑" panose="020B0503020204020204" pitchFamily="34" charset="-122"/>
              </a:rPr>
              <a:t>平台提供了一个简单</a:t>
            </a:r>
            <a:endParaRPr lang="en-US" altLang="zh-CN" dirty="0">
              <a:latin typeface="微软雅黑" panose="020B0503020204020204" pitchFamily="34" charset="-122"/>
              <a:ea typeface="微软雅黑" panose="020B0503020204020204" pitchFamily="34" charset="-122"/>
            </a:endParaRPr>
          </a:p>
          <a:p>
            <a:pPr marL="457200" lvl="1" indent="0">
              <a:buNone/>
            </a:pPr>
            <a:r>
              <a:rPr lang="zh-CN" altLang="en-US" dirty="0">
                <a:latin typeface="微软雅黑" panose="020B0503020204020204" pitchFamily="34" charset="-122"/>
                <a:ea typeface="微软雅黑" panose="020B0503020204020204" pitchFamily="34" charset="-122"/>
              </a:rPr>
              <a:t>的图形界面令新手快速入门。</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该界面采用</a:t>
            </a:r>
            <a:r>
              <a:rPr lang="en-US" altLang="zh-CN" dirty="0">
                <a:latin typeface="微软雅黑" panose="020B0503020204020204" pitchFamily="34" charset="-122"/>
                <a:ea typeface="微软雅黑" panose="020B0503020204020204" pitchFamily="34" charset="-122"/>
              </a:rPr>
              <a:t>wish</a:t>
            </a:r>
            <a:r>
              <a:rPr lang="zh-CN" altLang="en-US" dirty="0">
                <a:latin typeface="微软雅黑" panose="020B0503020204020204" pitchFamily="34" charset="-122"/>
                <a:ea typeface="微软雅黑" panose="020B0503020204020204" pitchFamily="34" charset="-122"/>
              </a:rPr>
              <a:t>编写，用户</a:t>
            </a:r>
            <a:endParaRPr lang="en-US" altLang="zh-CN" dirty="0">
              <a:latin typeface="微软雅黑" panose="020B0503020204020204" pitchFamily="34" charset="-122"/>
              <a:ea typeface="微软雅黑" panose="020B0503020204020204" pitchFamily="34" charset="-122"/>
            </a:endParaRPr>
          </a:p>
          <a:p>
            <a:pPr marL="457200" lvl="1" indent="0">
              <a:buNone/>
            </a:pPr>
            <a:r>
              <a:rPr lang="zh-CN" altLang="en-US" dirty="0">
                <a:latin typeface="微软雅黑" panose="020B0503020204020204" pitchFamily="34" charset="-122"/>
                <a:ea typeface="微软雅黑" panose="020B0503020204020204" pitchFamily="34" charset="-122"/>
              </a:rPr>
              <a:t>也可更改</a:t>
            </a:r>
            <a:r>
              <a:rPr lang="en-US" altLang="zh-CN" dirty="0" err="1">
                <a:latin typeface="微软雅黑" panose="020B0503020204020204" pitchFamily="34" charset="-122"/>
                <a:ea typeface="微软雅黑" panose="020B0503020204020204" pitchFamily="34" charset="-122"/>
              </a:rPr>
              <a:t>run_smart</a:t>
            </a:r>
            <a:r>
              <a:rPr lang="zh-CN" altLang="en-US" dirty="0">
                <a:latin typeface="微软雅黑" panose="020B0503020204020204" pitchFamily="34" charset="-122"/>
                <a:ea typeface="微软雅黑" panose="020B0503020204020204" pitchFamily="34" charset="-122"/>
              </a:rPr>
              <a:t>添加自己</a:t>
            </a:r>
            <a:endParaRPr lang="en-US" altLang="zh-CN" dirty="0">
              <a:latin typeface="微软雅黑" panose="020B0503020204020204" pitchFamily="34" charset="-122"/>
              <a:ea typeface="微软雅黑" panose="020B0503020204020204" pitchFamily="34" charset="-122"/>
            </a:endParaRPr>
          </a:p>
          <a:p>
            <a:pPr marL="457200" lvl="1" indent="0">
              <a:buNone/>
            </a:pPr>
            <a:r>
              <a:rPr lang="zh-CN" altLang="en-US" dirty="0">
                <a:latin typeface="微软雅黑" panose="020B0503020204020204" pitchFamily="34" charset="-122"/>
                <a:ea typeface="微软雅黑" panose="020B0503020204020204" pitchFamily="34" charset="-122"/>
              </a:rPr>
              <a:t>的测试程序到图形界面。</a:t>
            </a:r>
            <a:endParaRPr lang="en-US" altLang="zh-CN"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ED86CEA5-2C5D-463C-BA83-E12E270064D5}"/>
              </a:ext>
            </a:extLst>
          </p:cNvPr>
          <p:cNvPicPr/>
          <p:nvPr/>
        </p:nvPicPr>
        <p:blipFill>
          <a:blip r:embed="rId2"/>
          <a:stretch>
            <a:fillRect/>
          </a:stretch>
        </p:blipFill>
        <p:spPr>
          <a:xfrm>
            <a:off x="5392271" y="681037"/>
            <a:ext cx="5689005" cy="6176963"/>
          </a:xfrm>
          <a:prstGeom prst="rect">
            <a:avLst/>
          </a:prstGeom>
        </p:spPr>
      </p:pic>
    </p:spTree>
    <p:extLst>
      <p:ext uri="{BB962C8B-B14F-4D97-AF65-F5344CB8AC3E}">
        <p14:creationId xmlns:p14="http://schemas.microsoft.com/office/powerpoint/2010/main" val="19389817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917DFD-BA42-4F20-BB7D-103CE3DFC423}"/>
              </a:ext>
            </a:extLst>
          </p:cNvPr>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SMART</a:t>
            </a:r>
            <a:r>
              <a:rPr lang="zh-CN" altLang="en-US" dirty="0">
                <a:latin typeface="微软雅黑" panose="020B0503020204020204" pitchFamily="34" charset="-122"/>
                <a:ea typeface="微软雅黑" panose="020B0503020204020204" pitchFamily="34" charset="-122"/>
              </a:rPr>
              <a:t>平台介绍</a:t>
            </a:r>
          </a:p>
        </p:txBody>
      </p:sp>
      <p:sp>
        <p:nvSpPr>
          <p:cNvPr id="3" name="内容占位符 2">
            <a:extLst>
              <a:ext uri="{FF2B5EF4-FFF2-40B4-BE49-F238E27FC236}">
                <a16:creationId xmlns:a16="http://schemas.microsoft.com/office/drawing/2014/main" id="{134053C1-D178-43CE-8D93-B1C0AC5C1E78}"/>
              </a:ext>
            </a:extLst>
          </p:cNvPr>
          <p:cNvSpPr>
            <a:spLocks noGrp="1"/>
          </p:cNvSpPr>
          <p:nvPr>
            <p:ph idx="1"/>
          </p:nvPr>
        </p:nvSpPr>
        <p:spPr/>
        <p:txBody>
          <a:bodyPr>
            <a:normAutofit lnSpcReduction="10000"/>
          </a:bodyPr>
          <a:lstStyle/>
          <a:p>
            <a:r>
              <a:rPr lang="en-US" altLang="zh-CN" dirty="0">
                <a:latin typeface="微软雅黑" panose="020B0503020204020204" pitchFamily="34" charset="-122"/>
                <a:ea typeface="微软雅黑" panose="020B0503020204020204" pitchFamily="34" charset="-122"/>
              </a:rPr>
              <a:t>SMART</a:t>
            </a:r>
            <a:r>
              <a:rPr lang="zh-CN" altLang="en-US" dirty="0">
                <a:latin typeface="微软雅黑" panose="020B0503020204020204" pitchFamily="34" charset="-122"/>
                <a:ea typeface="微软雅黑" panose="020B0503020204020204" pitchFamily="34" charset="-122"/>
              </a:rPr>
              <a:t>图形界面</a:t>
            </a:r>
            <a:endParaRPr lang="en-US" altLang="zh-CN" dirty="0">
              <a:latin typeface="微软雅黑" panose="020B0503020204020204" pitchFamily="34" charset="-122"/>
              <a:ea typeface="微软雅黑" panose="020B0503020204020204" pitchFamily="34" charset="-122"/>
            </a:endParaRPr>
          </a:p>
          <a:p>
            <a:pPr lvl="1"/>
            <a:r>
              <a:rPr lang="en-US" altLang="zh-CN" dirty="0">
                <a:latin typeface="微软雅黑" panose="020B0503020204020204" pitchFamily="34" charset="-122"/>
                <a:ea typeface="微软雅黑" panose="020B0503020204020204" pitchFamily="34" charset="-122"/>
              </a:rPr>
              <a:t>open </a:t>
            </a:r>
            <a:r>
              <a:rPr lang="en-US" altLang="zh-CN" dirty="0" err="1">
                <a:latin typeface="微软雅黑" panose="020B0503020204020204" pitchFamily="34" charset="-122"/>
                <a:ea typeface="微软雅黑" panose="020B0503020204020204" pitchFamily="34" charset="-122"/>
              </a:rPr>
              <a:t>setup.csh</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打开</a:t>
            </a:r>
            <a:r>
              <a:rPr lang="en-US" altLang="zh-CN" dirty="0" err="1">
                <a:latin typeface="微软雅黑" panose="020B0503020204020204" pitchFamily="34" charset="-122"/>
                <a:ea typeface="微软雅黑" panose="020B0503020204020204" pitchFamily="34" charset="-122"/>
              </a:rPr>
              <a:t>setup.csh</a:t>
            </a:r>
            <a:endParaRPr lang="en-US" altLang="zh-CN" dirty="0">
              <a:latin typeface="微软雅黑" panose="020B0503020204020204" pitchFamily="34" charset="-122"/>
              <a:ea typeface="微软雅黑" panose="020B0503020204020204" pitchFamily="34" charset="-122"/>
            </a:endParaRPr>
          </a:p>
          <a:p>
            <a:pPr lvl="1"/>
            <a:r>
              <a:rPr lang="en-US" altLang="zh-CN" dirty="0">
                <a:latin typeface="微软雅黑" panose="020B0503020204020204" pitchFamily="34" charset="-122"/>
                <a:ea typeface="微软雅黑" panose="020B0503020204020204" pitchFamily="34" charset="-122"/>
              </a:rPr>
              <a:t>open smart readme </a:t>
            </a:r>
            <a:r>
              <a:rPr lang="zh-CN" altLang="en-US" dirty="0">
                <a:latin typeface="微软雅黑" panose="020B0503020204020204" pitchFamily="34" charset="-122"/>
                <a:ea typeface="微软雅黑" panose="020B0503020204020204" pitchFamily="34" charset="-122"/>
              </a:rPr>
              <a:t>打开</a:t>
            </a:r>
            <a:r>
              <a:rPr lang="en-US" altLang="zh-CN" dirty="0">
                <a:latin typeface="微软雅黑" panose="020B0503020204020204" pitchFamily="34" charset="-122"/>
                <a:ea typeface="微软雅黑" panose="020B0503020204020204" pitchFamily="34" charset="-122"/>
              </a:rPr>
              <a:t>readme</a:t>
            </a:r>
            <a:r>
              <a:rPr lang="zh-CN" altLang="en-US" dirty="0">
                <a:latin typeface="微软雅黑" panose="020B0503020204020204" pitchFamily="34" charset="-122"/>
                <a:ea typeface="微软雅黑" panose="020B0503020204020204" pitchFamily="34" charset="-122"/>
              </a:rPr>
              <a:t>文件，里面举例了命令行中的操作用法</a:t>
            </a:r>
          </a:p>
          <a:p>
            <a:pPr lvl="1"/>
            <a:r>
              <a:rPr lang="en-US" altLang="zh-CN" dirty="0" err="1">
                <a:latin typeface="微软雅黑" panose="020B0503020204020204" pitchFamily="34" charset="-122"/>
                <a:ea typeface="微软雅黑" panose="020B0503020204020204" pitchFamily="34" charset="-122"/>
              </a:rPr>
              <a:t>open_verdi</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用</a:t>
            </a:r>
            <a:r>
              <a:rPr lang="en-US" altLang="zh-CN" dirty="0" err="1">
                <a:latin typeface="微软雅黑" panose="020B0503020204020204" pitchFamily="34" charset="-122"/>
                <a:ea typeface="微软雅黑" panose="020B0503020204020204" pitchFamily="34" charset="-122"/>
              </a:rPr>
              <a:t>verdi</a:t>
            </a:r>
            <a:r>
              <a:rPr lang="zh-CN" altLang="en-US" dirty="0">
                <a:latin typeface="微软雅黑" panose="020B0503020204020204" pitchFamily="34" charset="-122"/>
                <a:ea typeface="微软雅黑" panose="020B0503020204020204" pitchFamily="34" charset="-122"/>
              </a:rPr>
              <a:t>打开</a:t>
            </a:r>
            <a:r>
              <a:rPr lang="en-US" altLang="zh-CN" dirty="0">
                <a:latin typeface="微软雅黑" panose="020B0503020204020204" pitchFamily="34" charset="-122"/>
                <a:ea typeface="微软雅黑" panose="020B0503020204020204" pitchFamily="34" charset="-122"/>
              </a:rPr>
              <a:t>Verilog</a:t>
            </a:r>
            <a:r>
              <a:rPr lang="zh-CN" altLang="en-US" dirty="0">
                <a:latin typeface="微软雅黑" panose="020B0503020204020204" pitchFamily="34" charset="-122"/>
                <a:ea typeface="微软雅黑" panose="020B0503020204020204" pitchFamily="34" charset="-122"/>
              </a:rPr>
              <a:t>代码</a:t>
            </a:r>
          </a:p>
          <a:p>
            <a:pPr lvl="1"/>
            <a:r>
              <a:rPr lang="en-US" altLang="zh-CN" dirty="0" err="1">
                <a:latin typeface="微软雅黑" panose="020B0503020204020204" pitchFamily="34" charset="-122"/>
                <a:ea typeface="微软雅黑" panose="020B0503020204020204" pitchFamily="34" charset="-122"/>
              </a:rPr>
              <a:t>open_wave</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用</a:t>
            </a:r>
            <a:r>
              <a:rPr lang="en-US" altLang="zh-CN" dirty="0" err="1">
                <a:latin typeface="微软雅黑" panose="020B0503020204020204" pitchFamily="34" charset="-122"/>
                <a:ea typeface="微软雅黑" panose="020B0503020204020204" pitchFamily="34" charset="-122"/>
              </a:rPr>
              <a:t>verdi</a:t>
            </a:r>
            <a:r>
              <a:rPr lang="zh-CN" altLang="en-US" dirty="0">
                <a:latin typeface="微软雅黑" panose="020B0503020204020204" pitchFamily="34" charset="-122"/>
                <a:ea typeface="微软雅黑" panose="020B0503020204020204" pitchFamily="34" charset="-122"/>
              </a:rPr>
              <a:t>打开</a:t>
            </a:r>
            <a:r>
              <a:rPr lang="en-US" altLang="zh-CN" dirty="0" err="1">
                <a:latin typeface="微软雅黑" panose="020B0503020204020204" pitchFamily="34" charset="-122"/>
                <a:ea typeface="微软雅黑" panose="020B0503020204020204" pitchFamily="34" charset="-122"/>
              </a:rPr>
              <a:t>workdir</a:t>
            </a:r>
            <a:r>
              <a:rPr lang="zh-CN" altLang="en-US" dirty="0">
                <a:latin typeface="微软雅黑" panose="020B0503020204020204" pitchFamily="34" charset="-122"/>
                <a:ea typeface="微软雅黑" panose="020B0503020204020204" pitchFamily="34" charset="-122"/>
              </a:rPr>
              <a:t>中的</a:t>
            </a:r>
            <a:r>
              <a:rPr lang="en-US" altLang="zh-CN" dirty="0" err="1">
                <a:latin typeface="微软雅黑" panose="020B0503020204020204" pitchFamily="34" charset="-122"/>
                <a:ea typeface="微软雅黑" panose="020B0503020204020204" pitchFamily="34" charset="-122"/>
              </a:rPr>
              <a:t>fsdb</a:t>
            </a:r>
            <a:r>
              <a:rPr lang="zh-CN" altLang="en-US" dirty="0">
                <a:latin typeface="微软雅黑" panose="020B0503020204020204" pitchFamily="34" charset="-122"/>
                <a:ea typeface="微软雅黑" panose="020B0503020204020204" pitchFamily="34" charset="-122"/>
              </a:rPr>
              <a:t>文件（最近一次仿真的波形文件），若</a:t>
            </a:r>
            <a:r>
              <a:rPr lang="en-US" altLang="zh-CN" dirty="0" err="1">
                <a:latin typeface="微软雅黑" panose="020B0503020204020204" pitchFamily="34" charset="-122"/>
                <a:ea typeface="微软雅黑" panose="020B0503020204020204" pitchFamily="34" charset="-122"/>
              </a:rPr>
              <a:t>workdir</a:t>
            </a:r>
            <a:r>
              <a:rPr lang="zh-CN" altLang="en-US" dirty="0">
                <a:latin typeface="微软雅黑" panose="020B0503020204020204" pitchFamily="34" charset="-122"/>
                <a:ea typeface="微软雅黑" panose="020B0503020204020204" pitchFamily="34" charset="-122"/>
              </a:rPr>
              <a:t>中没有</a:t>
            </a:r>
            <a:r>
              <a:rPr lang="en-US" altLang="zh-CN" dirty="0" err="1">
                <a:latin typeface="微软雅黑" panose="020B0503020204020204" pitchFamily="34" charset="-122"/>
                <a:ea typeface="微软雅黑" panose="020B0503020204020204" pitchFamily="34" charset="-122"/>
              </a:rPr>
              <a:t>fsdb</a:t>
            </a:r>
            <a:r>
              <a:rPr lang="zh-CN" altLang="en-US" dirty="0">
                <a:latin typeface="微软雅黑" panose="020B0503020204020204" pitchFamily="34" charset="-122"/>
                <a:ea typeface="微软雅黑" panose="020B0503020204020204" pitchFamily="34" charset="-122"/>
              </a:rPr>
              <a:t>文件，该操作会失败。</a:t>
            </a:r>
          </a:p>
          <a:p>
            <a:pPr lvl="1"/>
            <a:r>
              <a:rPr lang="en-US" altLang="zh-CN" dirty="0">
                <a:latin typeface="微软雅黑" panose="020B0503020204020204" pitchFamily="34" charset="-122"/>
                <a:ea typeface="微软雅黑" panose="020B0503020204020204" pitchFamily="34" charset="-122"/>
              </a:rPr>
              <a:t>open integration ref </a:t>
            </a:r>
            <a:r>
              <a:rPr lang="zh-CN" altLang="en-US" dirty="0">
                <a:latin typeface="微软雅黑" panose="020B0503020204020204" pitchFamily="34" charset="-122"/>
                <a:ea typeface="微软雅黑" panose="020B0503020204020204" pitchFamily="34" charset="-122"/>
              </a:rPr>
              <a:t>打开</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的例化层次，默认即可。</a:t>
            </a:r>
          </a:p>
          <a:p>
            <a:pPr lvl="1"/>
            <a:r>
              <a:rPr lang="en-US" altLang="zh-CN" dirty="0">
                <a:latin typeface="微软雅黑" panose="020B0503020204020204" pitchFamily="34" charset="-122"/>
                <a:ea typeface="微软雅黑" panose="020B0503020204020204" pitchFamily="34" charset="-122"/>
              </a:rPr>
              <a:t>open </a:t>
            </a:r>
            <a:r>
              <a:rPr lang="en-US" altLang="zh-CN" dirty="0" err="1">
                <a:latin typeface="微软雅黑" panose="020B0503020204020204" pitchFamily="34" charset="-122"/>
                <a:ea typeface="微软雅黑" panose="020B0503020204020204" pitchFamily="34" charset="-122"/>
              </a:rPr>
              <a:t>clk_en</a:t>
            </a:r>
            <a:r>
              <a:rPr lang="en-US" altLang="zh-CN" dirty="0">
                <a:latin typeface="微软雅黑" panose="020B0503020204020204" pitchFamily="34" charset="-122"/>
                <a:ea typeface="微软雅黑" panose="020B0503020204020204" pitchFamily="34" charset="-122"/>
              </a:rPr>
              <a:t> ref </a:t>
            </a:r>
            <a:r>
              <a:rPr lang="zh-CN" altLang="en-US" dirty="0">
                <a:latin typeface="微软雅黑" panose="020B0503020204020204" pitchFamily="34" charset="-122"/>
                <a:ea typeface="微软雅黑" panose="020B0503020204020204" pitchFamily="34" charset="-122"/>
              </a:rPr>
              <a:t>打开分频示例</a:t>
            </a:r>
          </a:p>
          <a:p>
            <a:pPr lvl="1"/>
            <a:r>
              <a:rPr lang="en-US" altLang="zh-CN" dirty="0">
                <a:latin typeface="微软雅黑" panose="020B0503020204020204" pitchFamily="34" charset="-122"/>
                <a:ea typeface="微软雅黑" panose="020B0503020204020204" pitchFamily="34" charset="-122"/>
              </a:rPr>
              <a:t>run debug mem test </a:t>
            </a:r>
            <a:r>
              <a:rPr lang="zh-CN" altLang="en-US" dirty="0">
                <a:latin typeface="微软雅黑" panose="020B0503020204020204" pitchFamily="34" charset="-122"/>
                <a:ea typeface="微软雅黑" panose="020B0503020204020204" pitchFamily="34" charset="-122"/>
              </a:rPr>
              <a:t>运行</a:t>
            </a:r>
            <a:r>
              <a:rPr lang="en-US" altLang="zh-CN" dirty="0">
                <a:latin typeface="微软雅黑" panose="020B0503020204020204" pitchFamily="34" charset="-122"/>
                <a:ea typeface="微软雅黑" panose="020B0503020204020204" pitchFamily="34" charset="-122"/>
              </a:rPr>
              <a:t>memory</a:t>
            </a:r>
            <a:r>
              <a:rPr lang="zh-CN" altLang="en-US" dirty="0">
                <a:latin typeface="微软雅黑" panose="020B0503020204020204" pitchFamily="34" charset="-122"/>
                <a:ea typeface="微软雅黑" panose="020B0503020204020204" pitchFamily="34" charset="-122"/>
              </a:rPr>
              <a:t>读写调试程序</a:t>
            </a:r>
          </a:p>
          <a:p>
            <a:pPr lvl="1"/>
            <a:r>
              <a:rPr lang="en-US" altLang="zh-CN" dirty="0">
                <a:latin typeface="微软雅黑" panose="020B0503020204020204" pitchFamily="34" charset="-122"/>
                <a:ea typeface="微软雅黑" panose="020B0503020204020204" pitchFamily="34" charset="-122"/>
              </a:rPr>
              <a:t>open mem test code </a:t>
            </a:r>
            <a:r>
              <a:rPr lang="zh-CN" altLang="en-US" dirty="0">
                <a:latin typeface="微软雅黑" panose="020B0503020204020204" pitchFamily="34" charset="-122"/>
                <a:ea typeface="微软雅黑" panose="020B0503020204020204" pitchFamily="34" charset="-122"/>
              </a:rPr>
              <a:t>打开</a:t>
            </a:r>
            <a:r>
              <a:rPr lang="en-US" altLang="zh-CN" dirty="0">
                <a:latin typeface="微软雅黑" panose="020B0503020204020204" pitchFamily="34" charset="-122"/>
                <a:ea typeface="微软雅黑" panose="020B0503020204020204" pitchFamily="34" charset="-122"/>
              </a:rPr>
              <a:t>memory</a:t>
            </a:r>
            <a:r>
              <a:rPr lang="zh-CN" altLang="en-US" dirty="0">
                <a:latin typeface="微软雅黑" panose="020B0503020204020204" pitchFamily="34" charset="-122"/>
                <a:ea typeface="微软雅黑" panose="020B0503020204020204" pitchFamily="34" charset="-122"/>
              </a:rPr>
              <a:t>读写调试程序</a:t>
            </a:r>
          </a:p>
          <a:p>
            <a:pPr lvl="1"/>
            <a:r>
              <a:rPr lang="en-US" altLang="zh-CN" dirty="0">
                <a:latin typeface="微软雅黑" panose="020B0503020204020204" pitchFamily="34" charset="-122"/>
                <a:ea typeface="微软雅黑" panose="020B0503020204020204" pitchFamily="34" charset="-122"/>
              </a:rPr>
              <a:t>run debug </a:t>
            </a:r>
            <a:r>
              <a:rPr lang="en-US" altLang="zh-CN" dirty="0" err="1">
                <a:latin typeface="微软雅黑" panose="020B0503020204020204" pitchFamily="34" charset="-122"/>
                <a:ea typeface="微软雅黑" panose="020B0503020204020204" pitchFamily="34" charset="-122"/>
              </a:rPr>
              <a:t>gpr</a:t>
            </a:r>
            <a:r>
              <a:rPr lang="en-US" altLang="zh-CN" dirty="0">
                <a:latin typeface="微软雅黑" panose="020B0503020204020204" pitchFamily="34" charset="-122"/>
                <a:ea typeface="微软雅黑" panose="020B0503020204020204" pitchFamily="34" charset="-122"/>
              </a:rPr>
              <a:t> test </a:t>
            </a:r>
            <a:r>
              <a:rPr lang="zh-CN" altLang="en-US" dirty="0">
                <a:latin typeface="微软雅黑" panose="020B0503020204020204" pitchFamily="34" charset="-122"/>
                <a:ea typeface="微软雅黑" panose="020B0503020204020204" pitchFamily="34" charset="-122"/>
              </a:rPr>
              <a:t>运行</a:t>
            </a:r>
            <a:r>
              <a:rPr lang="en-US" altLang="zh-CN" dirty="0" err="1">
                <a:latin typeface="微软雅黑" panose="020B0503020204020204" pitchFamily="34" charset="-122"/>
                <a:ea typeface="微软雅黑" panose="020B0503020204020204" pitchFamily="34" charset="-122"/>
              </a:rPr>
              <a:t>gpr</a:t>
            </a:r>
            <a:r>
              <a:rPr lang="zh-CN" altLang="en-US" dirty="0">
                <a:latin typeface="微软雅黑" panose="020B0503020204020204" pitchFamily="34" charset="-122"/>
                <a:ea typeface="微软雅黑" panose="020B0503020204020204" pitchFamily="34" charset="-122"/>
              </a:rPr>
              <a:t>读写调试程序</a:t>
            </a:r>
          </a:p>
          <a:p>
            <a:pPr lvl="1"/>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017737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53D222-6C32-4147-89BE-2A5BA46266C1}"/>
              </a:ext>
            </a:extLst>
          </p:cNvPr>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SMART</a:t>
            </a:r>
            <a:r>
              <a:rPr lang="zh-CN" altLang="en-US" dirty="0">
                <a:latin typeface="微软雅黑" panose="020B0503020204020204" pitchFamily="34" charset="-122"/>
                <a:ea typeface="微软雅黑" panose="020B0503020204020204" pitchFamily="34" charset="-122"/>
              </a:rPr>
              <a:t>平台介绍</a:t>
            </a:r>
            <a:endParaRPr lang="zh-CN" altLang="en-US" dirty="0"/>
          </a:p>
        </p:txBody>
      </p:sp>
      <p:sp>
        <p:nvSpPr>
          <p:cNvPr id="3" name="内容占位符 2">
            <a:extLst>
              <a:ext uri="{FF2B5EF4-FFF2-40B4-BE49-F238E27FC236}">
                <a16:creationId xmlns:a16="http://schemas.microsoft.com/office/drawing/2014/main" id="{4B15C9E2-072B-42CF-A5E9-5B0DF2053362}"/>
              </a:ext>
            </a:extLst>
          </p:cNvPr>
          <p:cNvSpPr>
            <a:spLocks noGrp="1"/>
          </p:cNvSpPr>
          <p:nvPr>
            <p:ph idx="1"/>
          </p:nvPr>
        </p:nvSpPr>
        <p:spPr/>
        <p:txBody>
          <a:bodyPr/>
          <a:lstStyle/>
          <a:p>
            <a:r>
              <a:rPr lang="en-US" altLang="zh-CN" dirty="0">
                <a:latin typeface="微软雅黑" panose="020B0503020204020204" pitchFamily="34" charset="-122"/>
                <a:ea typeface="微软雅黑" panose="020B0503020204020204" pitchFamily="34" charset="-122"/>
              </a:rPr>
              <a:t>SMART</a:t>
            </a:r>
            <a:r>
              <a:rPr lang="zh-CN" altLang="en-US" dirty="0">
                <a:latin typeface="微软雅黑" panose="020B0503020204020204" pitchFamily="34" charset="-122"/>
                <a:ea typeface="微软雅黑" panose="020B0503020204020204" pitchFamily="34" charset="-122"/>
              </a:rPr>
              <a:t>图形界面</a:t>
            </a:r>
            <a:endParaRPr lang="en-US" altLang="zh-CN" dirty="0">
              <a:latin typeface="微软雅黑" panose="020B0503020204020204" pitchFamily="34" charset="-122"/>
              <a:ea typeface="微软雅黑" panose="020B0503020204020204" pitchFamily="34" charset="-122"/>
            </a:endParaRPr>
          </a:p>
          <a:p>
            <a:pPr lvl="1"/>
            <a:r>
              <a:rPr lang="en-US" altLang="zh-CN" dirty="0">
                <a:latin typeface="微软雅黑" panose="020B0503020204020204" pitchFamily="34" charset="-122"/>
                <a:ea typeface="微软雅黑" panose="020B0503020204020204" pitchFamily="34" charset="-122"/>
              </a:rPr>
              <a:t>open </a:t>
            </a:r>
            <a:r>
              <a:rPr lang="en-US" altLang="zh-CN" dirty="0" err="1">
                <a:latin typeface="微软雅黑" panose="020B0503020204020204" pitchFamily="34" charset="-122"/>
                <a:ea typeface="微软雅黑" panose="020B0503020204020204" pitchFamily="34" charset="-122"/>
              </a:rPr>
              <a:t>gpr</a:t>
            </a:r>
            <a:r>
              <a:rPr lang="en-US" altLang="zh-CN" dirty="0">
                <a:latin typeface="微软雅黑" panose="020B0503020204020204" pitchFamily="34" charset="-122"/>
                <a:ea typeface="微软雅黑" panose="020B0503020204020204" pitchFamily="34" charset="-122"/>
              </a:rPr>
              <a:t> test code </a:t>
            </a:r>
            <a:r>
              <a:rPr lang="zh-CN" altLang="en-US" dirty="0">
                <a:latin typeface="微软雅黑" panose="020B0503020204020204" pitchFamily="34" charset="-122"/>
                <a:ea typeface="微软雅黑" panose="020B0503020204020204" pitchFamily="34" charset="-122"/>
              </a:rPr>
              <a:t>打开</a:t>
            </a:r>
            <a:r>
              <a:rPr lang="en-US" altLang="zh-CN" dirty="0" err="1">
                <a:latin typeface="微软雅黑" panose="020B0503020204020204" pitchFamily="34" charset="-122"/>
                <a:ea typeface="微软雅黑" panose="020B0503020204020204" pitchFamily="34" charset="-122"/>
              </a:rPr>
              <a:t>gpr</a:t>
            </a:r>
            <a:r>
              <a:rPr lang="zh-CN" altLang="en-US" dirty="0">
                <a:latin typeface="微软雅黑" panose="020B0503020204020204" pitchFamily="34" charset="-122"/>
                <a:ea typeface="微软雅黑" panose="020B0503020204020204" pitchFamily="34" charset="-122"/>
              </a:rPr>
              <a:t>读写调试程序</a:t>
            </a:r>
          </a:p>
          <a:p>
            <a:pPr lvl="1"/>
            <a:r>
              <a:rPr lang="en-US" altLang="zh-CN" dirty="0" err="1">
                <a:latin typeface="微软雅黑" panose="020B0503020204020204" pitchFamily="34" charset="-122"/>
                <a:ea typeface="微软雅黑" panose="020B0503020204020204" pitchFamily="34" charset="-122"/>
              </a:rPr>
              <a:t>run_dhry</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运行</a:t>
            </a:r>
            <a:r>
              <a:rPr lang="en-US" altLang="zh-CN" dirty="0">
                <a:latin typeface="微软雅黑" panose="020B0503020204020204" pitchFamily="34" charset="-122"/>
                <a:ea typeface="微软雅黑" panose="020B0503020204020204" pitchFamily="34" charset="-122"/>
              </a:rPr>
              <a:t>Dhrystone</a:t>
            </a:r>
            <a:r>
              <a:rPr lang="zh-CN" altLang="en-US" dirty="0">
                <a:latin typeface="微软雅黑" panose="020B0503020204020204" pitchFamily="34" charset="-122"/>
                <a:ea typeface="微软雅黑" panose="020B0503020204020204" pitchFamily="34" charset="-122"/>
              </a:rPr>
              <a:t>程序，</a:t>
            </a:r>
            <a:r>
              <a:rPr lang="en-US" altLang="zh-CN" dirty="0" err="1">
                <a:latin typeface="微软雅黑" panose="020B0503020204020204" pitchFamily="34" charset="-122"/>
                <a:ea typeface="微软雅黑" panose="020B0503020204020204" pitchFamily="34" charset="-122"/>
              </a:rPr>
              <a:t>Main.c</a:t>
            </a:r>
            <a:endParaRPr lang="en-US" altLang="zh-CN" dirty="0">
              <a:latin typeface="微软雅黑" panose="020B0503020204020204" pitchFamily="34" charset="-122"/>
              <a:ea typeface="微软雅黑" panose="020B0503020204020204" pitchFamily="34" charset="-122"/>
            </a:endParaRPr>
          </a:p>
          <a:p>
            <a:pPr lvl="1"/>
            <a:r>
              <a:rPr lang="en-US" altLang="zh-CN" dirty="0" err="1">
                <a:latin typeface="微软雅黑" panose="020B0503020204020204" pitchFamily="34" charset="-122"/>
                <a:ea typeface="微软雅黑" panose="020B0503020204020204" pitchFamily="34" charset="-122"/>
              </a:rPr>
              <a:t>run_int_case</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运行中断测试程序</a:t>
            </a:r>
          </a:p>
          <a:p>
            <a:pPr lvl="1"/>
            <a:r>
              <a:rPr lang="en-US" altLang="zh-CN" dirty="0" err="1">
                <a:latin typeface="微软雅黑" panose="020B0503020204020204" pitchFamily="34" charset="-122"/>
                <a:ea typeface="微软雅黑" panose="020B0503020204020204" pitchFamily="34" charset="-122"/>
              </a:rPr>
              <a:t>open_case_list</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打开所有测试用例列表文件</a:t>
            </a:r>
          </a:p>
          <a:p>
            <a:pPr lvl="1"/>
            <a:r>
              <a:rPr lang="en-US" altLang="zh-CN" dirty="0">
                <a:latin typeface="微软雅黑" panose="020B0503020204020204" pitchFamily="34" charset="-122"/>
                <a:ea typeface="微软雅黑" panose="020B0503020204020204" pitchFamily="34" charset="-122"/>
              </a:rPr>
              <a:t>run all function case </a:t>
            </a:r>
            <a:r>
              <a:rPr lang="zh-CN" altLang="en-US" dirty="0">
                <a:latin typeface="微软雅黑" panose="020B0503020204020204" pitchFamily="34" charset="-122"/>
                <a:ea typeface="微软雅黑" panose="020B0503020204020204" pitchFamily="34" charset="-122"/>
              </a:rPr>
              <a:t>运行所有测试用例</a:t>
            </a:r>
          </a:p>
          <a:p>
            <a:pPr lvl="1"/>
            <a:r>
              <a:rPr lang="en-US" altLang="zh-CN" dirty="0">
                <a:latin typeface="微软雅黑" panose="020B0503020204020204" pitchFamily="34" charset="-122"/>
                <a:ea typeface="微软雅黑" panose="020B0503020204020204" pitchFamily="34" charset="-122"/>
              </a:rPr>
              <a:t>case report check </a:t>
            </a:r>
            <a:r>
              <a:rPr lang="zh-CN" altLang="en-US" dirty="0">
                <a:latin typeface="微软雅黑" panose="020B0503020204020204" pitchFamily="34" charset="-122"/>
                <a:ea typeface="微软雅黑" panose="020B0503020204020204" pitchFamily="34" charset="-122"/>
              </a:rPr>
              <a:t>打开测试报告文件</a:t>
            </a:r>
          </a:p>
          <a:p>
            <a:pPr lvl="1"/>
            <a:r>
              <a:rPr lang="en-US" altLang="zh-CN" dirty="0">
                <a:latin typeface="微软雅黑" panose="020B0503020204020204" pitchFamily="34" charset="-122"/>
                <a:ea typeface="微软雅黑" panose="020B0503020204020204" pitchFamily="34" charset="-122"/>
              </a:rPr>
              <a:t>Exit </a:t>
            </a:r>
            <a:r>
              <a:rPr lang="zh-CN" altLang="en-US" dirty="0">
                <a:latin typeface="微软雅黑" panose="020B0503020204020204" pitchFamily="34" charset="-122"/>
                <a:ea typeface="微软雅黑" panose="020B0503020204020204" pitchFamily="34" charset="-122"/>
              </a:rPr>
              <a:t>退出图形界面</a:t>
            </a:r>
          </a:p>
          <a:p>
            <a:pPr lvl="1"/>
            <a:endParaRPr lang="en-US" altLang="zh-CN" dirty="0">
              <a:latin typeface="微软雅黑" panose="020B0503020204020204" pitchFamily="34" charset="-122"/>
              <a:ea typeface="微软雅黑" panose="020B0503020204020204" pitchFamily="34" charset="-122"/>
            </a:endParaRPr>
          </a:p>
          <a:p>
            <a:pPr lvl="1"/>
            <a:endParaRPr lang="zh-CN" altLang="en-US" dirty="0"/>
          </a:p>
        </p:txBody>
      </p:sp>
    </p:spTree>
    <p:extLst>
      <p:ext uri="{BB962C8B-B14F-4D97-AF65-F5344CB8AC3E}">
        <p14:creationId xmlns:p14="http://schemas.microsoft.com/office/powerpoint/2010/main" val="20097461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10E97A-DFA6-4649-9129-80A69C1A98EE}"/>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实验步骤</a:t>
            </a:r>
          </a:p>
        </p:txBody>
      </p:sp>
      <p:sp>
        <p:nvSpPr>
          <p:cNvPr id="3" name="内容占位符 2">
            <a:extLst>
              <a:ext uri="{FF2B5EF4-FFF2-40B4-BE49-F238E27FC236}">
                <a16:creationId xmlns:a16="http://schemas.microsoft.com/office/drawing/2014/main" id="{C5E7A37F-5EE4-4AC4-B51A-C9CAEB7E6152}"/>
              </a:ext>
            </a:extLst>
          </p:cNvPr>
          <p:cNvSpPr>
            <a:spLocks noGrp="1"/>
          </p:cNvSpPr>
          <p:nvPr>
            <p:ph idx="1"/>
          </p:nvPr>
        </p:nvSpPr>
        <p:spPr/>
        <p:txBody>
          <a:bodyPr>
            <a:normAutofit/>
          </a:bodyPr>
          <a:lstStyle/>
          <a:p>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配置环境</a:t>
            </a:r>
          </a:p>
          <a:p>
            <a:pPr lvl="1"/>
            <a:r>
              <a:rPr lang="zh-CN" altLang="zh-CN" dirty="0">
                <a:latin typeface="微软雅黑" panose="020B0503020204020204" pitchFamily="34" charset="-122"/>
                <a:ea typeface="微软雅黑" panose="020B0503020204020204" pitchFamily="34" charset="-122"/>
              </a:rPr>
              <a:t>进入</a:t>
            </a:r>
            <a:r>
              <a:rPr lang="en-US" altLang="zh-CN" dirty="0">
                <a:latin typeface="微软雅黑" panose="020B0503020204020204" pitchFamily="34" charset="-122"/>
                <a:ea typeface="微软雅黑" panose="020B0503020204020204" pitchFamily="34" charset="-122"/>
              </a:rPr>
              <a:t>smart</a:t>
            </a:r>
            <a:r>
              <a:rPr lang="zh-CN" altLang="zh-CN" dirty="0">
                <a:latin typeface="微软雅黑" panose="020B0503020204020204" pitchFamily="34" charset="-122"/>
                <a:ea typeface="微软雅黑" panose="020B0503020204020204" pitchFamily="34" charset="-122"/>
              </a:rPr>
              <a:t>平台根目录</a:t>
            </a:r>
            <a:r>
              <a:rPr lang="en-US" altLang="zh-CN" dirty="0">
                <a:latin typeface="微软雅黑" panose="020B0503020204020204" pitchFamily="34" charset="-122"/>
                <a:ea typeface="微软雅黑" panose="020B0503020204020204" pitchFamily="34" charset="-122"/>
              </a:rPr>
              <a:t>smart9_release/,</a:t>
            </a:r>
            <a:r>
              <a:rPr lang="zh-CN" altLang="zh-CN" dirty="0">
                <a:latin typeface="微软雅黑" panose="020B0503020204020204" pitchFamily="34" charset="-122"/>
                <a:ea typeface="微软雅黑" panose="020B0503020204020204" pitchFamily="34" charset="-122"/>
              </a:rPr>
              <a:t>打开环境变量配置文件</a:t>
            </a:r>
            <a:r>
              <a:rPr lang="en-US" altLang="zh-CN" dirty="0" err="1">
                <a:latin typeface="微软雅黑" panose="020B0503020204020204" pitchFamily="34" charset="-122"/>
                <a:ea typeface="微软雅黑" panose="020B0503020204020204" pitchFamily="34" charset="-122"/>
              </a:rPr>
              <a:t>setup.csh</a:t>
            </a:r>
            <a:r>
              <a:rPr lang="zh-CN" altLang="zh-CN" dirty="0">
                <a:latin typeface="微软雅黑" panose="020B0503020204020204" pitchFamily="34" charset="-122"/>
                <a:ea typeface="微软雅黑" panose="020B0503020204020204" pitchFamily="34" charset="-122"/>
              </a:rPr>
              <a:t>。</a:t>
            </a:r>
          </a:p>
          <a:p>
            <a:pPr lvl="1"/>
            <a:r>
              <a:rPr lang="zh-CN" altLang="en-US" dirty="0">
                <a:latin typeface="微软雅黑" panose="020B0503020204020204" pitchFamily="34" charset="-122"/>
                <a:ea typeface="微软雅黑" panose="020B0503020204020204" pitchFamily="34" charset="-122"/>
              </a:rPr>
              <a:t>可能的</a:t>
            </a:r>
            <a:r>
              <a:rPr lang="zh-CN" altLang="zh-CN" dirty="0">
                <a:latin typeface="微软雅黑" panose="020B0503020204020204" pitchFamily="34" charset="-122"/>
                <a:ea typeface="微软雅黑" panose="020B0503020204020204" pitchFamily="34" charset="-122"/>
              </a:rPr>
              <a:t>修改</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如果已经在</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bashrc</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cshrc</a:t>
            </a:r>
            <a:r>
              <a:rPr lang="zh-CN" altLang="zh-CN" dirty="0">
                <a:latin typeface="微软雅黑" panose="020B0503020204020204" pitchFamily="34" charset="-122"/>
                <a:ea typeface="微软雅黑" panose="020B0503020204020204" pitchFamily="34" charset="-122"/>
              </a:rPr>
              <a:t>中配置过，将对应行注释即可</a:t>
            </a:r>
            <a:r>
              <a:rPr lang="zh-CN" altLang="en-US" dirty="0">
                <a:latin typeface="微软雅黑" panose="020B0503020204020204" pitchFamily="34" charset="-122"/>
                <a:ea typeface="微软雅黑" panose="020B0503020204020204" pitchFamily="34" charset="-122"/>
              </a:rPr>
              <a:t>）</a:t>
            </a:r>
            <a:endParaRPr lang="zh-CN" altLang="zh-CN" dirty="0">
              <a:latin typeface="微软雅黑" panose="020B0503020204020204" pitchFamily="34" charset="-122"/>
              <a:ea typeface="微软雅黑" panose="020B0503020204020204" pitchFamily="34" charset="-122"/>
            </a:endParaRPr>
          </a:p>
          <a:p>
            <a:pPr lvl="2"/>
            <a:r>
              <a:rPr lang="zh-CN" altLang="zh-CN" dirty="0">
                <a:latin typeface="微软雅黑" panose="020B0503020204020204" pitchFamily="34" charset="-122"/>
                <a:ea typeface="微软雅黑" panose="020B0503020204020204" pitchFamily="34" charset="-122"/>
              </a:rPr>
              <a:t>将</a:t>
            </a:r>
            <a:r>
              <a:rPr lang="en-US" altLang="zh-CN" dirty="0">
                <a:latin typeface="微软雅黑" panose="020B0503020204020204" pitchFamily="34" charset="-122"/>
                <a:ea typeface="微软雅黑" panose="020B0503020204020204" pitchFamily="34" charset="-122"/>
              </a:rPr>
              <a:t>VERDI_HOME</a:t>
            </a:r>
            <a:r>
              <a:rPr lang="zh-CN" altLang="zh-CN" dirty="0">
                <a:latin typeface="微软雅黑" panose="020B0503020204020204" pitchFamily="34" charset="-122"/>
                <a:ea typeface="微软雅黑" panose="020B0503020204020204" pitchFamily="34" charset="-122"/>
              </a:rPr>
              <a:t>改为</a:t>
            </a:r>
            <a:r>
              <a:rPr lang="en-US" altLang="zh-CN" dirty="0" err="1">
                <a:latin typeface="微软雅黑" panose="020B0503020204020204" pitchFamily="34" charset="-122"/>
                <a:ea typeface="微软雅黑" panose="020B0503020204020204" pitchFamily="34" charset="-122"/>
              </a:rPr>
              <a:t>verdi</a:t>
            </a:r>
            <a:r>
              <a:rPr lang="zh-CN" altLang="zh-CN" dirty="0">
                <a:latin typeface="微软雅黑" panose="020B0503020204020204" pitchFamily="34" charset="-122"/>
                <a:ea typeface="微软雅黑" panose="020B0503020204020204" pitchFamily="34" charset="-122"/>
              </a:rPr>
              <a:t>的安装目录：</a:t>
            </a:r>
          </a:p>
          <a:p>
            <a:pPr lvl="3"/>
            <a:r>
              <a:rPr lang="en-US" altLang="zh-CN" dirty="0" err="1">
                <a:latin typeface="微软雅黑" panose="020B0503020204020204" pitchFamily="34" charset="-122"/>
                <a:ea typeface="微软雅黑" panose="020B0503020204020204" pitchFamily="34" charset="-122"/>
              </a:rPr>
              <a:t>setenv</a:t>
            </a:r>
            <a:r>
              <a:rPr lang="en-US" altLang="zh-CN" dirty="0">
                <a:latin typeface="微软雅黑" panose="020B0503020204020204" pitchFamily="34" charset="-122"/>
                <a:ea typeface="微软雅黑" panose="020B0503020204020204" pitchFamily="34" charset="-122"/>
              </a:rPr>
              <a:t> VERDI_HOME {</a:t>
            </a:r>
            <a:r>
              <a:rPr lang="en-US" altLang="zh-CN" dirty="0" err="1">
                <a:latin typeface="微软雅黑" panose="020B0503020204020204" pitchFamily="34" charset="-122"/>
                <a:ea typeface="微软雅黑" panose="020B0503020204020204" pitchFamily="34" charset="-122"/>
              </a:rPr>
              <a:t>verdi_install_path</a:t>
            </a:r>
            <a:r>
              <a:rPr lang="en-US" altLang="zh-CN" dirty="0">
                <a:latin typeface="微软雅黑" panose="020B0503020204020204" pitchFamily="34" charset="-122"/>
                <a:ea typeface="微软雅黑" panose="020B0503020204020204" pitchFamily="34" charset="-122"/>
              </a:rPr>
              <a:t>}</a:t>
            </a:r>
            <a:endParaRPr lang="zh-CN" altLang="zh-CN" dirty="0">
              <a:latin typeface="微软雅黑" panose="020B0503020204020204" pitchFamily="34" charset="-122"/>
              <a:ea typeface="微软雅黑" panose="020B0503020204020204" pitchFamily="34" charset="-122"/>
            </a:endParaRPr>
          </a:p>
          <a:p>
            <a:pPr lvl="3"/>
            <a:r>
              <a:rPr lang="en-US" altLang="zh-CN" dirty="0" err="1">
                <a:latin typeface="微软雅黑" panose="020B0503020204020204" pitchFamily="34" charset="-122"/>
                <a:ea typeface="微软雅黑" panose="020B0503020204020204" pitchFamily="34" charset="-122"/>
              </a:rPr>
              <a:t>setenv</a:t>
            </a:r>
            <a:r>
              <a:rPr lang="en-US" altLang="zh-CN" dirty="0">
                <a:latin typeface="微软雅黑" panose="020B0503020204020204" pitchFamily="34" charset="-122"/>
                <a:ea typeface="微软雅黑" panose="020B0503020204020204" pitchFamily="34" charset="-122"/>
              </a:rPr>
              <a:t> NOVAS_HOME $VERDI_HOME</a:t>
            </a:r>
          </a:p>
          <a:p>
            <a:pPr lvl="2"/>
            <a:r>
              <a:rPr lang="zh-CN" altLang="zh-CN" dirty="0">
                <a:latin typeface="微软雅黑" panose="020B0503020204020204" pitchFamily="34" charset="-122"/>
                <a:ea typeface="微软雅黑" panose="020B0503020204020204" pitchFamily="34" charset="-122"/>
              </a:rPr>
              <a:t>将</a:t>
            </a:r>
            <a:r>
              <a:rPr lang="en-US" altLang="zh-CN" dirty="0">
                <a:latin typeface="微软雅黑" panose="020B0503020204020204" pitchFamily="34" charset="-122"/>
                <a:ea typeface="微软雅黑" panose="020B0503020204020204" pitchFamily="34" charset="-122"/>
              </a:rPr>
              <a:t>VCS_HOME</a:t>
            </a:r>
            <a:r>
              <a:rPr lang="zh-CN" altLang="zh-CN" dirty="0">
                <a:latin typeface="微软雅黑" panose="020B0503020204020204" pitchFamily="34" charset="-122"/>
                <a:ea typeface="微软雅黑" panose="020B0503020204020204" pitchFamily="34" charset="-122"/>
              </a:rPr>
              <a:t>改为</a:t>
            </a:r>
            <a:r>
              <a:rPr lang="en-US" altLang="zh-CN" dirty="0" err="1">
                <a:latin typeface="微软雅黑" panose="020B0503020204020204" pitchFamily="34" charset="-122"/>
                <a:ea typeface="微软雅黑" panose="020B0503020204020204" pitchFamily="34" charset="-122"/>
              </a:rPr>
              <a:t>vcs</a:t>
            </a:r>
            <a:r>
              <a:rPr lang="zh-CN" altLang="zh-CN" dirty="0">
                <a:latin typeface="微软雅黑" panose="020B0503020204020204" pitchFamily="34" charset="-122"/>
                <a:ea typeface="微软雅黑" panose="020B0503020204020204" pitchFamily="34" charset="-122"/>
              </a:rPr>
              <a:t>的安装目录：</a:t>
            </a:r>
          </a:p>
          <a:p>
            <a:pPr lvl="3"/>
            <a:r>
              <a:rPr lang="en-US" altLang="zh-CN" dirty="0" err="1">
                <a:latin typeface="微软雅黑" panose="020B0503020204020204" pitchFamily="34" charset="-122"/>
                <a:ea typeface="微软雅黑" panose="020B0503020204020204" pitchFamily="34" charset="-122"/>
              </a:rPr>
              <a:t>setenv</a:t>
            </a:r>
            <a:r>
              <a:rPr lang="en-US" altLang="zh-CN" dirty="0">
                <a:latin typeface="微软雅黑" panose="020B0503020204020204" pitchFamily="34" charset="-122"/>
                <a:ea typeface="微软雅黑" panose="020B0503020204020204" pitchFamily="34" charset="-122"/>
              </a:rPr>
              <a:t> VCS_HOME {</a:t>
            </a:r>
            <a:r>
              <a:rPr lang="en-US" altLang="zh-CN" dirty="0" err="1">
                <a:latin typeface="微软雅黑" panose="020B0503020204020204" pitchFamily="34" charset="-122"/>
                <a:ea typeface="微软雅黑" panose="020B0503020204020204" pitchFamily="34" charset="-122"/>
              </a:rPr>
              <a:t>vcs_install_path</a:t>
            </a:r>
            <a:r>
              <a:rPr lang="en-US" altLang="zh-CN" dirty="0">
                <a:latin typeface="微软雅黑" panose="020B0503020204020204" pitchFamily="34" charset="-122"/>
                <a:ea typeface="微软雅黑" panose="020B0503020204020204" pitchFamily="34" charset="-122"/>
              </a:rPr>
              <a:t>}</a:t>
            </a:r>
          </a:p>
          <a:p>
            <a:pPr lvl="3"/>
            <a:r>
              <a:rPr lang="en-US" altLang="zh-CN" dirty="0">
                <a:latin typeface="微软雅黑" panose="020B0503020204020204" pitchFamily="34" charset="-122"/>
                <a:ea typeface="微软雅黑" panose="020B0503020204020204" pitchFamily="34" charset="-122"/>
              </a:rPr>
              <a:t>set path=($VCS_HOME/bin $path)</a:t>
            </a:r>
          </a:p>
          <a:p>
            <a:pPr lvl="2"/>
            <a:r>
              <a:rPr lang="zh-CN" altLang="en-US" dirty="0">
                <a:latin typeface="微软雅黑" panose="020B0503020204020204" pitchFamily="34" charset="-122"/>
                <a:ea typeface="微软雅黑" panose="020B0503020204020204" pitchFamily="34" charset="-122"/>
              </a:rPr>
              <a:t>激活</a:t>
            </a:r>
            <a:r>
              <a:rPr lang="en-US" altLang="zh-CN" dirty="0">
                <a:latin typeface="微软雅黑" panose="020B0503020204020204" pitchFamily="34" charset="-122"/>
                <a:ea typeface="微软雅黑" panose="020B0503020204020204" pitchFamily="34" charset="-122"/>
              </a:rPr>
              <a:t>Synopsys license</a:t>
            </a:r>
            <a:r>
              <a:rPr lang="zh-CN" altLang="en-US" dirty="0">
                <a:latin typeface="微软雅黑" panose="020B0503020204020204" pitchFamily="34" charset="-122"/>
                <a:ea typeface="微软雅黑" panose="020B0503020204020204" pitchFamily="34" charset="-122"/>
              </a:rPr>
              <a:t>：</a:t>
            </a:r>
          </a:p>
          <a:p>
            <a:pPr lvl="3"/>
            <a:r>
              <a:rPr lang="en-US" altLang="zh-CN" dirty="0">
                <a:latin typeface="微软雅黑" panose="020B0503020204020204" pitchFamily="34" charset="-122"/>
                <a:ea typeface="微软雅黑" panose="020B0503020204020204" pitchFamily="34" charset="-122"/>
              </a:rPr>
              <a:t>source {</a:t>
            </a:r>
            <a:r>
              <a:rPr lang="en-US" altLang="zh-CN" dirty="0" err="1">
                <a:latin typeface="微软雅黑" panose="020B0503020204020204" pitchFamily="34" charset="-122"/>
                <a:ea typeface="微软雅黑" panose="020B0503020204020204" pitchFamily="34" charset="-122"/>
              </a:rPr>
              <a:t>cshrc_path</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license.cshrc</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454385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CD2A11-28E9-462A-8C33-1AD2AF124ACD}"/>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实验步骤</a:t>
            </a:r>
          </a:p>
        </p:txBody>
      </p:sp>
      <p:sp>
        <p:nvSpPr>
          <p:cNvPr id="3" name="内容占位符 2">
            <a:extLst>
              <a:ext uri="{FF2B5EF4-FFF2-40B4-BE49-F238E27FC236}">
                <a16:creationId xmlns:a16="http://schemas.microsoft.com/office/drawing/2014/main" id="{20293FEC-FA8A-435E-92AC-16154A20227A}"/>
              </a:ext>
            </a:extLst>
          </p:cNvPr>
          <p:cNvSpPr>
            <a:spLocks noGrp="1"/>
          </p:cNvSpPr>
          <p:nvPr>
            <p:ph idx="1"/>
          </p:nvPr>
        </p:nvSpPr>
        <p:spPr/>
        <p:txBody>
          <a:bodyPr/>
          <a:lstStyle/>
          <a:p>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通过</a:t>
            </a:r>
            <a:r>
              <a:rPr lang="en-US" altLang="zh-CN" dirty="0">
                <a:latin typeface="微软雅黑" panose="020B0503020204020204" pitchFamily="34" charset="-122"/>
                <a:ea typeface="微软雅黑" panose="020B0503020204020204" pitchFamily="34" charset="-122"/>
              </a:rPr>
              <a:t>SMART</a:t>
            </a:r>
            <a:r>
              <a:rPr lang="zh-CN" altLang="zh-CN" dirty="0">
                <a:latin typeface="微软雅黑" panose="020B0503020204020204" pitchFamily="34" charset="-122"/>
                <a:ea typeface="微软雅黑" panose="020B0503020204020204" pitchFamily="34" charset="-122"/>
              </a:rPr>
              <a:t>平台的图形界面执行测试用例</a:t>
            </a:r>
            <a:endParaRPr lang="en-US" altLang="zh-CN" dirty="0">
              <a:latin typeface="微软雅黑" panose="020B0503020204020204" pitchFamily="34" charset="-122"/>
              <a:ea typeface="微软雅黑" panose="020B0503020204020204" pitchFamily="34" charset="-122"/>
            </a:endParaRPr>
          </a:p>
          <a:p>
            <a:pPr lvl="1"/>
            <a:r>
              <a:rPr lang="en-US" altLang="zh-CN" dirty="0">
                <a:latin typeface="微软雅黑" panose="020B0503020204020204" pitchFamily="34" charset="-122"/>
                <a:ea typeface="微软雅黑" panose="020B0503020204020204" pitchFamily="34" charset="-122"/>
              </a:rPr>
              <a:t>a</a:t>
            </a:r>
            <a:r>
              <a:rPr lang="zh-CN" altLang="en-US" dirty="0">
                <a:latin typeface="微软雅黑" panose="020B0503020204020204" pitchFamily="34" charset="-122"/>
                <a:ea typeface="微软雅黑" panose="020B0503020204020204" pitchFamily="34" charset="-122"/>
              </a:rPr>
              <a:t>、仿真</a:t>
            </a:r>
            <a:r>
              <a:rPr lang="en-US" altLang="zh-CN" dirty="0" err="1">
                <a:latin typeface="微软雅黑" panose="020B0503020204020204" pitchFamily="34" charset="-122"/>
                <a:ea typeface="微软雅黑" panose="020B0503020204020204" pitchFamily="34" charset="-122"/>
              </a:rPr>
              <a:t>dhrystone</a:t>
            </a:r>
            <a:r>
              <a:rPr lang="zh-CN" altLang="en-US" dirty="0">
                <a:latin typeface="微软雅黑" panose="020B0503020204020204" pitchFamily="34" charset="-122"/>
                <a:ea typeface="微软雅黑" panose="020B0503020204020204" pitchFamily="34" charset="-122"/>
              </a:rPr>
              <a:t>程序</a:t>
            </a:r>
            <a:endParaRPr lang="en-US" altLang="zh-CN" dirty="0">
              <a:latin typeface="微软雅黑" panose="020B0503020204020204" pitchFamily="34" charset="-122"/>
              <a:ea typeface="微软雅黑" panose="020B0503020204020204" pitchFamily="34" charset="-122"/>
            </a:endParaRPr>
          </a:p>
          <a:p>
            <a:pPr lvl="1"/>
            <a:r>
              <a:rPr lang="en-US" altLang="zh-CN" dirty="0">
                <a:latin typeface="微软雅黑" panose="020B0503020204020204" pitchFamily="34" charset="-122"/>
                <a:ea typeface="微软雅黑" panose="020B0503020204020204" pitchFamily="34" charset="-122"/>
              </a:rPr>
              <a:t>b</a:t>
            </a:r>
            <a:r>
              <a:rPr lang="zh-CN" altLang="zh-CN" dirty="0">
                <a:latin typeface="微软雅黑" panose="020B0503020204020204" pitchFamily="34" charset="-122"/>
                <a:ea typeface="微软雅黑" panose="020B0503020204020204" pitchFamily="34" charset="-122"/>
              </a:rPr>
              <a:t>、仿真</a:t>
            </a:r>
            <a:r>
              <a:rPr lang="en-US" altLang="zh-CN" dirty="0">
                <a:latin typeface="微软雅黑" panose="020B0503020204020204" pitchFamily="34" charset="-122"/>
                <a:ea typeface="微软雅黑" panose="020B0503020204020204" pitchFamily="34" charset="-122"/>
              </a:rPr>
              <a:t>memory</a:t>
            </a:r>
            <a:r>
              <a:rPr lang="zh-CN" altLang="zh-CN" dirty="0">
                <a:latin typeface="微软雅黑" panose="020B0503020204020204" pitchFamily="34" charset="-122"/>
                <a:ea typeface="微软雅黑" panose="020B0503020204020204" pitchFamily="34" charset="-122"/>
              </a:rPr>
              <a:t>读写调试程序</a:t>
            </a:r>
            <a:endParaRPr lang="en-US" altLang="zh-CN" dirty="0">
              <a:latin typeface="微软雅黑" panose="020B0503020204020204" pitchFamily="34" charset="-122"/>
              <a:ea typeface="微软雅黑" panose="020B0503020204020204" pitchFamily="34" charset="-122"/>
            </a:endParaRPr>
          </a:p>
          <a:p>
            <a:pPr lvl="1"/>
            <a:r>
              <a:rPr lang="en-US" altLang="zh-CN" dirty="0">
                <a:latin typeface="微软雅黑" panose="020B0503020204020204" pitchFamily="34" charset="-122"/>
                <a:ea typeface="微软雅黑" panose="020B0503020204020204" pitchFamily="34" charset="-122"/>
              </a:rPr>
              <a:t>c</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仿真</a:t>
            </a:r>
            <a:r>
              <a:rPr lang="en-US" altLang="zh-CN" dirty="0" err="1">
                <a:latin typeface="微软雅黑" panose="020B0503020204020204" pitchFamily="34" charset="-122"/>
                <a:ea typeface="微软雅黑" panose="020B0503020204020204" pitchFamily="34" charset="-122"/>
              </a:rPr>
              <a:t>gpr</a:t>
            </a:r>
            <a:r>
              <a:rPr lang="zh-CN" altLang="zh-CN" dirty="0">
                <a:latin typeface="微软雅黑" panose="020B0503020204020204" pitchFamily="34" charset="-122"/>
                <a:ea typeface="微软雅黑" panose="020B0503020204020204" pitchFamily="34" charset="-122"/>
              </a:rPr>
              <a:t>读写调试程序</a:t>
            </a:r>
            <a:endParaRPr lang="en-US" altLang="zh-CN" dirty="0">
              <a:latin typeface="微软雅黑" panose="020B0503020204020204" pitchFamily="34" charset="-122"/>
              <a:ea typeface="微软雅黑" panose="020B0503020204020204" pitchFamily="34" charset="-122"/>
            </a:endParaRPr>
          </a:p>
          <a:p>
            <a:pPr lvl="1"/>
            <a:r>
              <a:rPr lang="en-US" altLang="zh-CN" dirty="0">
                <a:latin typeface="微软雅黑" panose="020B0503020204020204" pitchFamily="34" charset="-122"/>
                <a:ea typeface="微软雅黑" panose="020B0503020204020204" pitchFamily="34" charset="-122"/>
              </a:rPr>
              <a:t>d</a:t>
            </a:r>
            <a:r>
              <a:rPr lang="zh-CN" altLang="en-US" dirty="0">
                <a:latin typeface="微软雅黑" panose="020B0503020204020204" pitchFamily="34" charset="-122"/>
                <a:ea typeface="微软雅黑" panose="020B0503020204020204" pitchFamily="34" charset="-122"/>
              </a:rPr>
              <a:t>、仿真</a:t>
            </a:r>
            <a:r>
              <a:rPr lang="en-US" altLang="zh-CN" dirty="0">
                <a:latin typeface="微软雅黑" panose="020B0503020204020204" pitchFamily="34" charset="-122"/>
                <a:ea typeface="微软雅黑" panose="020B0503020204020204" pitchFamily="34" charset="-122"/>
              </a:rPr>
              <a:t>PLIC</a:t>
            </a:r>
            <a:r>
              <a:rPr lang="zh-CN" altLang="en-US" dirty="0">
                <a:latin typeface="微软雅黑" panose="020B0503020204020204" pitchFamily="34" charset="-122"/>
                <a:ea typeface="微软雅黑" panose="020B0503020204020204" pitchFamily="34" charset="-122"/>
              </a:rPr>
              <a:t>的</a:t>
            </a:r>
            <a:r>
              <a:rPr lang="zh-CN" altLang="zh-CN" dirty="0">
                <a:latin typeface="微软雅黑" panose="020B0503020204020204" pitchFamily="34" charset="-122"/>
                <a:ea typeface="微软雅黑" panose="020B0503020204020204" pitchFamily="34" charset="-122"/>
              </a:rPr>
              <a:t>中断测试程序</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、在命令行执行</a:t>
            </a:r>
            <a:r>
              <a:rPr lang="en-US" altLang="zh-CN" dirty="0">
                <a:latin typeface="微软雅黑" panose="020B0503020204020204" pitchFamily="34" charset="-122"/>
                <a:ea typeface="微软雅黑" panose="020B0503020204020204" pitchFamily="34" charset="-122"/>
              </a:rPr>
              <a:t>C</a:t>
            </a:r>
            <a:r>
              <a:rPr lang="zh-CN" altLang="en-US" dirty="0">
                <a:latin typeface="微软雅黑" panose="020B0503020204020204" pitchFamily="34" charset="-122"/>
                <a:ea typeface="微软雅黑" panose="020B0503020204020204" pitchFamily="34" charset="-122"/>
              </a:rPr>
              <a:t>程序测试</a:t>
            </a:r>
            <a:endParaRPr lang="en-US" altLang="zh-CN" dirty="0">
              <a:latin typeface="微软雅黑" panose="020B0503020204020204" pitchFamily="34" charset="-122"/>
              <a:ea typeface="微软雅黑" panose="020B0503020204020204" pitchFamily="34" charset="-122"/>
            </a:endParaRPr>
          </a:p>
          <a:p>
            <a:pPr lvl="1"/>
            <a:r>
              <a:rPr lang="zh-CN" altLang="zh-CN" dirty="0">
                <a:latin typeface="微软雅黑" panose="020B0503020204020204" pitchFamily="34" charset="-122"/>
                <a:ea typeface="微软雅黑" panose="020B0503020204020204" pitchFamily="34" charset="-122"/>
              </a:rPr>
              <a:t>自己编写一个简单的</a:t>
            </a:r>
            <a:r>
              <a:rPr lang="en-US" altLang="zh-CN" dirty="0">
                <a:latin typeface="微软雅黑" panose="020B0503020204020204" pitchFamily="34" charset="-122"/>
                <a:ea typeface="微软雅黑" panose="020B0503020204020204" pitchFamily="34" charset="-122"/>
              </a:rPr>
              <a:t>C</a:t>
            </a:r>
            <a:r>
              <a:rPr lang="zh-CN" altLang="zh-CN" dirty="0">
                <a:latin typeface="微软雅黑" panose="020B0503020204020204" pitchFamily="34" charset="-122"/>
                <a:ea typeface="微软雅黑" panose="020B0503020204020204" pitchFamily="34" charset="-122"/>
              </a:rPr>
              <a:t>程序，如二分查找、快速排序等等</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2428521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4517</TotalTime>
  <Words>2106</Words>
  <Application>Microsoft Office PowerPoint</Application>
  <PresentationFormat>宽屏</PresentationFormat>
  <Paragraphs>170</Paragraphs>
  <Slides>20</Slides>
  <Notes>8</Notes>
  <HiddenSlides>0</HiddenSlides>
  <MMClips>0</MMClips>
  <ScaleCrop>false</ScaleCrop>
  <HeadingPairs>
    <vt:vector size="8" baseType="variant">
      <vt:variant>
        <vt:lpstr>已用的字体</vt:lpstr>
      </vt:variant>
      <vt:variant>
        <vt:i4>4</vt:i4>
      </vt:variant>
      <vt:variant>
        <vt:lpstr>主题</vt:lpstr>
      </vt:variant>
      <vt:variant>
        <vt:i4>1</vt:i4>
      </vt:variant>
      <vt:variant>
        <vt:lpstr>嵌入 OLE 服务器</vt:lpstr>
      </vt:variant>
      <vt:variant>
        <vt:i4>1</vt:i4>
      </vt:variant>
      <vt:variant>
        <vt:lpstr>幻灯片标题</vt:lpstr>
      </vt:variant>
      <vt:variant>
        <vt:i4>20</vt:i4>
      </vt:variant>
    </vt:vector>
  </HeadingPairs>
  <TitlesOfParts>
    <vt:vector size="26" baseType="lpstr">
      <vt:lpstr>等线</vt:lpstr>
      <vt:lpstr>等线 Light</vt:lpstr>
      <vt:lpstr>微软雅黑</vt:lpstr>
      <vt:lpstr>Arial</vt:lpstr>
      <vt:lpstr>Office 主题​​</vt:lpstr>
      <vt:lpstr>Visio</vt:lpstr>
      <vt:lpstr>SMART平台介绍与仿真</vt:lpstr>
      <vt:lpstr>目录</vt:lpstr>
      <vt:lpstr>SoC概述</vt:lpstr>
      <vt:lpstr>SoC的分类与SoC的基本单元</vt:lpstr>
      <vt:lpstr>SoC的优势</vt:lpstr>
      <vt:lpstr>SoC的系统架构</vt:lpstr>
      <vt:lpstr>SoC的系统架构</vt:lpstr>
      <vt:lpstr>SoC的系统架构</vt:lpstr>
      <vt:lpstr>SoC的系统架构</vt:lpstr>
      <vt:lpstr>电子系统级(ESL)设计</vt:lpstr>
      <vt:lpstr>SMART平台介绍</vt:lpstr>
      <vt:lpstr>SMART平台介绍</vt:lpstr>
      <vt:lpstr>SMART平台介绍</vt:lpstr>
      <vt:lpstr>SMART平台介绍</vt:lpstr>
      <vt:lpstr>SMART平台介绍</vt:lpstr>
      <vt:lpstr>SMART平台介绍</vt:lpstr>
      <vt:lpstr>SMART平台介绍</vt:lpstr>
      <vt:lpstr>SMART平台介绍</vt:lpstr>
      <vt:lpstr>实验步骤</vt:lpstr>
      <vt:lpstr>实验步骤</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SMART平台介绍与仿真</dc:title>
  <dc:creator>刘 旭东</dc:creator>
  <cp:lastModifiedBy>Dell-5820X</cp:lastModifiedBy>
  <cp:revision>33</cp:revision>
  <dcterms:created xsi:type="dcterms:W3CDTF">2020-07-19T08:38:56Z</dcterms:created>
  <dcterms:modified xsi:type="dcterms:W3CDTF">2020-11-11T02:20:28Z</dcterms:modified>
</cp:coreProperties>
</file>