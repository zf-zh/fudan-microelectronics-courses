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  <p:sldMasterId id="2147483657" r:id="rId2"/>
  </p:sldMasterIdLst>
  <p:notesMasterIdLst>
    <p:notesMasterId r:id="rId38"/>
  </p:notesMasterIdLst>
  <p:handoutMasterIdLst>
    <p:handoutMasterId r:id="rId39"/>
  </p:handoutMasterIdLst>
  <p:sldIdLst>
    <p:sldId id="462" r:id="rId3"/>
    <p:sldId id="472" r:id="rId4"/>
    <p:sldId id="494" r:id="rId5"/>
    <p:sldId id="495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6" r:id="rId16"/>
    <p:sldId id="505" r:id="rId17"/>
    <p:sldId id="509" r:id="rId18"/>
    <p:sldId id="507" r:id="rId19"/>
    <p:sldId id="508" r:id="rId20"/>
    <p:sldId id="510" r:id="rId21"/>
    <p:sldId id="511" r:id="rId22"/>
    <p:sldId id="512" r:id="rId23"/>
    <p:sldId id="513" r:id="rId24"/>
    <p:sldId id="514" r:id="rId25"/>
    <p:sldId id="515" r:id="rId26"/>
    <p:sldId id="517" r:id="rId27"/>
    <p:sldId id="516" r:id="rId28"/>
    <p:sldId id="518" r:id="rId29"/>
    <p:sldId id="519" r:id="rId30"/>
    <p:sldId id="520" r:id="rId31"/>
    <p:sldId id="522" r:id="rId32"/>
    <p:sldId id="523" r:id="rId33"/>
    <p:sldId id="521" r:id="rId34"/>
    <p:sldId id="524" r:id="rId35"/>
    <p:sldId id="525" r:id="rId36"/>
    <p:sldId id="46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9A0E0BF-4E98-427D-91AE-610EB5ADC4F3}">
          <p14:sldIdLst>
            <p14:sldId id="462"/>
            <p14:sldId id="472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6"/>
            <p14:sldId id="505"/>
            <p14:sldId id="509"/>
            <p14:sldId id="507"/>
            <p14:sldId id="508"/>
            <p14:sldId id="510"/>
            <p14:sldId id="511"/>
            <p14:sldId id="512"/>
            <p14:sldId id="513"/>
            <p14:sldId id="514"/>
            <p14:sldId id="515"/>
            <p14:sldId id="517"/>
            <p14:sldId id="516"/>
            <p14:sldId id="518"/>
            <p14:sldId id="519"/>
            <p14:sldId id="520"/>
            <p14:sldId id="522"/>
            <p14:sldId id="523"/>
            <p14:sldId id="521"/>
            <p14:sldId id="524"/>
            <p14:sldId id="525"/>
            <p14:sldId id="4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325">
          <p15:clr>
            <a:srgbClr val="A4A3A4"/>
          </p15:clr>
        </p15:guide>
        <p15:guide id="4" pos="735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o tianyu" initials="St" lastIdx="1" clrIdx="0">
    <p:extLst>
      <p:ext uri="{19B8F6BF-5375-455C-9EA6-DF929625EA0E}">
        <p15:presenceInfo xmlns:p15="http://schemas.microsoft.com/office/powerpoint/2012/main" userId="20208ae10b7ef08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E6E6E6"/>
    <a:srgbClr val="EDEDED"/>
    <a:srgbClr val="E3E3E3"/>
    <a:srgbClr val="F7DCDB"/>
    <a:srgbClr val="FFFFFF"/>
    <a:srgbClr val="44546A"/>
    <a:srgbClr val="0000FF"/>
    <a:srgbClr val="3AA337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2" autoAdjust="0"/>
    <p:restoredTop sz="94671" autoAdjust="0"/>
  </p:normalViewPr>
  <p:slideViewPr>
    <p:cSldViewPr snapToGrid="0" snapToObjects="1">
      <p:cViewPr varScale="1">
        <p:scale>
          <a:sx n="152" d="100"/>
          <a:sy n="152" d="100"/>
        </p:scale>
        <p:origin x="318" y="150"/>
      </p:cViewPr>
      <p:guideLst>
        <p:guide orient="horz" pos="2160"/>
        <p:guide pos="3840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Liu" userId="b16f92b927cd09ad" providerId="LiveId" clId="{BCB7B73C-0B57-49E2-A90E-27ADBC7EF1B5}"/>
    <pc:docChg chg="undo redo custSel addSld delSld modSld sldOrd">
      <pc:chgData name="Gary Liu" userId="b16f92b927cd09ad" providerId="LiveId" clId="{BCB7B73C-0B57-49E2-A90E-27ADBC7EF1B5}" dt="2025-02-20T14:27:07.644" v="2080"/>
      <pc:docMkLst>
        <pc:docMk/>
      </pc:docMkLst>
      <pc:sldChg chg="del">
        <pc:chgData name="Gary Liu" userId="b16f92b927cd09ad" providerId="LiveId" clId="{BCB7B73C-0B57-49E2-A90E-27ADBC7EF1B5}" dt="2025-02-20T13:05:11.530" v="1927" actId="47"/>
        <pc:sldMkLst>
          <pc:docMk/>
          <pc:sldMk cId="0" sldId="286"/>
        </pc:sldMkLst>
      </pc:sldChg>
      <pc:sldChg chg="del">
        <pc:chgData name="Gary Liu" userId="b16f92b927cd09ad" providerId="LiveId" clId="{BCB7B73C-0B57-49E2-A90E-27ADBC7EF1B5}" dt="2025-02-20T13:05:12.072" v="1943" actId="47"/>
        <pc:sldMkLst>
          <pc:docMk/>
          <pc:sldMk cId="0" sldId="290"/>
        </pc:sldMkLst>
      </pc:sldChg>
      <pc:sldChg chg="addSp delSp modSp add del mod ord modAnim modNotesTx">
        <pc:chgData name="Gary Liu" userId="b16f92b927cd09ad" providerId="LiveId" clId="{BCB7B73C-0B57-49E2-A90E-27ADBC7EF1B5}" dt="2025-02-20T14:26:49.941" v="2073"/>
        <pc:sldMkLst>
          <pc:docMk/>
          <pc:sldMk cId="0" sldId="291"/>
        </pc:sldMkLst>
        <pc:spChg chg="mod">
          <ac:chgData name="Gary Liu" userId="b16f92b927cd09ad" providerId="LiveId" clId="{BCB7B73C-0B57-49E2-A90E-27ADBC7EF1B5}" dt="2025-02-20T12:43:47.993" v="1739"/>
          <ac:spMkLst>
            <pc:docMk/>
            <pc:sldMk cId="0" sldId="291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20T02:16:07.226" v="343" actId="1076"/>
          <ac:spMkLst>
            <pc:docMk/>
            <pc:sldMk cId="0" sldId="291"/>
            <ac:spMk id="6" creationId="{00000000-0000-0000-0000-000000000000}"/>
          </ac:spMkLst>
        </pc:spChg>
        <pc:picChg chg="add del mod">
          <ac:chgData name="Gary Liu" userId="b16f92b927cd09ad" providerId="LiveId" clId="{BCB7B73C-0B57-49E2-A90E-27ADBC7EF1B5}" dt="2025-02-19T13:36:00.716" v="155" actId="478"/>
          <ac:picMkLst>
            <pc:docMk/>
            <pc:sldMk cId="0" sldId="291"/>
            <ac:picMk id="3074" creationId="{F9A1E2DE-858C-F410-EBCE-DFFECF6024B0}"/>
          </ac:picMkLst>
        </pc:picChg>
        <pc:picChg chg="add mod">
          <ac:chgData name="Gary Liu" userId="b16f92b927cd09ad" providerId="LiveId" clId="{BCB7B73C-0B57-49E2-A90E-27ADBC7EF1B5}" dt="2025-02-19T13:37:40.255" v="179" actId="1076"/>
          <ac:picMkLst>
            <pc:docMk/>
            <pc:sldMk cId="0" sldId="291"/>
            <ac:picMk id="3076" creationId="{1024DCBD-F55A-7760-68AB-5BE0E1B992DA}"/>
          </ac:picMkLst>
        </pc:picChg>
      </pc:sldChg>
      <pc:sldChg chg="del">
        <pc:chgData name="Gary Liu" userId="b16f92b927cd09ad" providerId="LiveId" clId="{BCB7B73C-0B57-49E2-A90E-27ADBC7EF1B5}" dt="2025-02-20T13:05:00.466" v="1854" actId="47"/>
        <pc:sldMkLst>
          <pc:docMk/>
          <pc:sldMk cId="0" sldId="292"/>
        </pc:sldMkLst>
      </pc:sldChg>
      <pc:sldChg chg="modSp del mod modAnim">
        <pc:chgData name="Gary Liu" userId="b16f92b927cd09ad" providerId="LiveId" clId="{BCB7B73C-0B57-49E2-A90E-27ADBC7EF1B5}" dt="2025-02-20T13:05:03.614" v="1855" actId="47"/>
        <pc:sldMkLst>
          <pc:docMk/>
          <pc:sldMk cId="0" sldId="293"/>
        </pc:sldMkLst>
        <pc:spChg chg="mod">
          <ac:chgData name="Gary Liu" userId="b16f92b927cd09ad" providerId="LiveId" clId="{BCB7B73C-0B57-49E2-A90E-27ADBC7EF1B5}" dt="2025-02-19T13:13:03.877" v="83" actId="20577"/>
          <ac:spMkLst>
            <pc:docMk/>
            <pc:sldMk cId="0" sldId="293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19T13:12:07.382" v="80"/>
          <ac:spMkLst>
            <pc:docMk/>
            <pc:sldMk cId="0" sldId="293"/>
            <ac:spMk id="10" creationId="{00000000-0000-0000-0000-000000000000}"/>
          </ac:spMkLst>
        </pc:spChg>
      </pc:sldChg>
      <pc:sldChg chg="del">
        <pc:chgData name="Gary Liu" userId="b16f92b927cd09ad" providerId="LiveId" clId="{BCB7B73C-0B57-49E2-A90E-27ADBC7EF1B5}" dt="2025-02-20T13:05:05.260" v="1856" actId="47"/>
        <pc:sldMkLst>
          <pc:docMk/>
          <pc:sldMk cId="0" sldId="294"/>
        </pc:sldMkLst>
      </pc:sldChg>
      <pc:sldChg chg="del">
        <pc:chgData name="Gary Liu" userId="b16f92b927cd09ad" providerId="LiveId" clId="{BCB7B73C-0B57-49E2-A90E-27ADBC7EF1B5}" dt="2025-02-20T13:05:06.078" v="1857" actId="47"/>
        <pc:sldMkLst>
          <pc:docMk/>
          <pc:sldMk cId="0" sldId="295"/>
        </pc:sldMkLst>
      </pc:sldChg>
      <pc:sldChg chg="del">
        <pc:chgData name="Gary Liu" userId="b16f92b927cd09ad" providerId="LiveId" clId="{BCB7B73C-0B57-49E2-A90E-27ADBC7EF1B5}" dt="2025-02-20T13:05:06.632" v="1859" actId="47"/>
        <pc:sldMkLst>
          <pc:docMk/>
          <pc:sldMk cId="0" sldId="296"/>
        </pc:sldMkLst>
      </pc:sldChg>
      <pc:sldChg chg="del">
        <pc:chgData name="Gary Liu" userId="b16f92b927cd09ad" providerId="LiveId" clId="{BCB7B73C-0B57-49E2-A90E-27ADBC7EF1B5}" dt="2025-02-20T13:05:06.661" v="1860" actId="47"/>
        <pc:sldMkLst>
          <pc:docMk/>
          <pc:sldMk cId="0" sldId="297"/>
        </pc:sldMkLst>
      </pc:sldChg>
      <pc:sldChg chg="del">
        <pc:chgData name="Gary Liu" userId="b16f92b927cd09ad" providerId="LiveId" clId="{BCB7B73C-0B57-49E2-A90E-27ADBC7EF1B5}" dt="2025-02-20T13:05:06.717" v="1861" actId="47"/>
        <pc:sldMkLst>
          <pc:docMk/>
          <pc:sldMk cId="0" sldId="298"/>
        </pc:sldMkLst>
      </pc:sldChg>
      <pc:sldChg chg="del">
        <pc:chgData name="Gary Liu" userId="b16f92b927cd09ad" providerId="LiveId" clId="{BCB7B73C-0B57-49E2-A90E-27ADBC7EF1B5}" dt="2025-02-20T13:05:06.805" v="1862" actId="47"/>
        <pc:sldMkLst>
          <pc:docMk/>
          <pc:sldMk cId="0" sldId="299"/>
        </pc:sldMkLst>
      </pc:sldChg>
      <pc:sldChg chg="del">
        <pc:chgData name="Gary Liu" userId="b16f92b927cd09ad" providerId="LiveId" clId="{BCB7B73C-0B57-49E2-A90E-27ADBC7EF1B5}" dt="2025-02-20T13:05:06.933" v="1863" actId="47"/>
        <pc:sldMkLst>
          <pc:docMk/>
          <pc:sldMk cId="0" sldId="300"/>
        </pc:sldMkLst>
      </pc:sldChg>
      <pc:sldChg chg="del">
        <pc:chgData name="Gary Liu" userId="b16f92b927cd09ad" providerId="LiveId" clId="{BCB7B73C-0B57-49E2-A90E-27ADBC7EF1B5}" dt="2025-02-20T13:05:07.098" v="1864" actId="47"/>
        <pc:sldMkLst>
          <pc:docMk/>
          <pc:sldMk cId="0" sldId="301"/>
        </pc:sldMkLst>
      </pc:sldChg>
      <pc:sldChg chg="del">
        <pc:chgData name="Gary Liu" userId="b16f92b927cd09ad" providerId="LiveId" clId="{BCB7B73C-0B57-49E2-A90E-27ADBC7EF1B5}" dt="2025-02-20T13:05:08.118" v="1886" actId="47"/>
        <pc:sldMkLst>
          <pc:docMk/>
          <pc:sldMk cId="0" sldId="303"/>
        </pc:sldMkLst>
      </pc:sldChg>
      <pc:sldChg chg="del">
        <pc:chgData name="Gary Liu" userId="b16f92b927cd09ad" providerId="LiveId" clId="{BCB7B73C-0B57-49E2-A90E-27ADBC7EF1B5}" dt="2025-02-20T13:05:07.218" v="1866" actId="47"/>
        <pc:sldMkLst>
          <pc:docMk/>
          <pc:sldMk cId="0" sldId="304"/>
        </pc:sldMkLst>
      </pc:sldChg>
      <pc:sldChg chg="del">
        <pc:chgData name="Gary Liu" userId="b16f92b927cd09ad" providerId="LiveId" clId="{BCB7B73C-0B57-49E2-A90E-27ADBC7EF1B5}" dt="2025-02-20T13:05:08.214" v="1888" actId="47"/>
        <pc:sldMkLst>
          <pc:docMk/>
          <pc:sldMk cId="0" sldId="309"/>
        </pc:sldMkLst>
      </pc:sldChg>
      <pc:sldChg chg="del">
        <pc:chgData name="Gary Liu" userId="b16f92b927cd09ad" providerId="LiveId" clId="{BCB7B73C-0B57-49E2-A90E-27ADBC7EF1B5}" dt="2025-02-20T13:05:08.242" v="1889" actId="47"/>
        <pc:sldMkLst>
          <pc:docMk/>
          <pc:sldMk cId="0" sldId="311"/>
        </pc:sldMkLst>
      </pc:sldChg>
      <pc:sldChg chg="del">
        <pc:chgData name="Gary Liu" userId="b16f92b927cd09ad" providerId="LiveId" clId="{BCB7B73C-0B57-49E2-A90E-27ADBC7EF1B5}" dt="2025-02-20T13:05:09.355" v="1891" actId="47"/>
        <pc:sldMkLst>
          <pc:docMk/>
          <pc:sldMk cId="0" sldId="314"/>
        </pc:sldMkLst>
      </pc:sldChg>
      <pc:sldChg chg="del">
        <pc:chgData name="Gary Liu" userId="b16f92b927cd09ad" providerId="LiveId" clId="{BCB7B73C-0B57-49E2-A90E-27ADBC7EF1B5}" dt="2025-02-20T13:05:10.042" v="1893" actId="47"/>
        <pc:sldMkLst>
          <pc:docMk/>
          <pc:sldMk cId="0" sldId="315"/>
        </pc:sldMkLst>
      </pc:sldChg>
      <pc:sldChg chg="del">
        <pc:chgData name="Gary Liu" userId="b16f92b927cd09ad" providerId="LiveId" clId="{BCB7B73C-0B57-49E2-A90E-27ADBC7EF1B5}" dt="2025-02-20T13:05:10.018" v="1892" actId="47"/>
        <pc:sldMkLst>
          <pc:docMk/>
          <pc:sldMk cId="0" sldId="316"/>
        </pc:sldMkLst>
      </pc:sldChg>
      <pc:sldChg chg="del">
        <pc:chgData name="Gary Liu" userId="b16f92b927cd09ad" providerId="LiveId" clId="{BCB7B73C-0B57-49E2-A90E-27ADBC7EF1B5}" dt="2025-02-20T13:05:10.314" v="1901" actId="47"/>
        <pc:sldMkLst>
          <pc:docMk/>
          <pc:sldMk cId="0" sldId="318"/>
        </pc:sldMkLst>
      </pc:sldChg>
      <pc:sldChg chg="del">
        <pc:chgData name="Gary Liu" userId="b16f92b927cd09ad" providerId="LiveId" clId="{BCB7B73C-0B57-49E2-A90E-27ADBC7EF1B5}" dt="2025-02-20T13:05:10.128" v="1895" actId="47"/>
        <pc:sldMkLst>
          <pc:docMk/>
          <pc:sldMk cId="0" sldId="319"/>
        </pc:sldMkLst>
      </pc:sldChg>
      <pc:sldChg chg="del">
        <pc:chgData name="Gary Liu" userId="b16f92b927cd09ad" providerId="LiveId" clId="{BCB7B73C-0B57-49E2-A90E-27ADBC7EF1B5}" dt="2025-02-20T13:05:10.476" v="1904" actId="47"/>
        <pc:sldMkLst>
          <pc:docMk/>
          <pc:sldMk cId="0" sldId="320"/>
        </pc:sldMkLst>
      </pc:sldChg>
      <pc:sldChg chg="del">
        <pc:chgData name="Gary Liu" userId="b16f92b927cd09ad" providerId="LiveId" clId="{BCB7B73C-0B57-49E2-A90E-27ADBC7EF1B5}" dt="2025-02-20T13:05:10.501" v="1905" actId="47"/>
        <pc:sldMkLst>
          <pc:docMk/>
          <pc:sldMk cId="0" sldId="321"/>
        </pc:sldMkLst>
      </pc:sldChg>
      <pc:sldChg chg="del">
        <pc:chgData name="Gary Liu" userId="b16f92b927cd09ad" providerId="LiveId" clId="{BCB7B73C-0B57-49E2-A90E-27ADBC7EF1B5}" dt="2025-02-20T13:05:10.195" v="1897" actId="47"/>
        <pc:sldMkLst>
          <pc:docMk/>
          <pc:sldMk cId="0" sldId="322"/>
        </pc:sldMkLst>
      </pc:sldChg>
      <pc:sldChg chg="del">
        <pc:chgData name="Gary Liu" userId="b16f92b927cd09ad" providerId="LiveId" clId="{BCB7B73C-0B57-49E2-A90E-27ADBC7EF1B5}" dt="2025-02-20T13:05:10.233" v="1898" actId="47"/>
        <pc:sldMkLst>
          <pc:docMk/>
          <pc:sldMk cId="0" sldId="323"/>
        </pc:sldMkLst>
      </pc:sldChg>
      <pc:sldChg chg="del">
        <pc:chgData name="Gary Liu" userId="b16f92b927cd09ad" providerId="LiveId" clId="{BCB7B73C-0B57-49E2-A90E-27ADBC7EF1B5}" dt="2025-02-20T13:05:10.264" v="1899" actId="47"/>
        <pc:sldMkLst>
          <pc:docMk/>
          <pc:sldMk cId="0" sldId="324"/>
        </pc:sldMkLst>
      </pc:sldChg>
      <pc:sldChg chg="del">
        <pc:chgData name="Gary Liu" userId="b16f92b927cd09ad" providerId="LiveId" clId="{BCB7B73C-0B57-49E2-A90E-27ADBC7EF1B5}" dt="2025-02-20T13:05:10.578" v="1907" actId="47"/>
        <pc:sldMkLst>
          <pc:docMk/>
          <pc:sldMk cId="0" sldId="327"/>
        </pc:sldMkLst>
      </pc:sldChg>
      <pc:sldChg chg="del">
        <pc:chgData name="Gary Liu" userId="b16f92b927cd09ad" providerId="LiveId" clId="{BCB7B73C-0B57-49E2-A90E-27ADBC7EF1B5}" dt="2025-02-20T13:05:10.665" v="1908" actId="47"/>
        <pc:sldMkLst>
          <pc:docMk/>
          <pc:sldMk cId="0" sldId="328"/>
        </pc:sldMkLst>
      </pc:sldChg>
      <pc:sldChg chg="del">
        <pc:chgData name="Gary Liu" userId="b16f92b927cd09ad" providerId="LiveId" clId="{BCB7B73C-0B57-49E2-A90E-27ADBC7EF1B5}" dt="2025-02-20T13:05:10.702" v="1909" actId="47"/>
        <pc:sldMkLst>
          <pc:docMk/>
          <pc:sldMk cId="0" sldId="329"/>
        </pc:sldMkLst>
      </pc:sldChg>
      <pc:sldChg chg="del">
        <pc:chgData name="Gary Liu" userId="b16f92b927cd09ad" providerId="LiveId" clId="{BCB7B73C-0B57-49E2-A90E-27ADBC7EF1B5}" dt="2025-02-20T13:05:10.797" v="1910" actId="47"/>
        <pc:sldMkLst>
          <pc:docMk/>
          <pc:sldMk cId="0" sldId="330"/>
        </pc:sldMkLst>
      </pc:sldChg>
      <pc:sldChg chg="del">
        <pc:chgData name="Gary Liu" userId="b16f92b927cd09ad" providerId="LiveId" clId="{BCB7B73C-0B57-49E2-A90E-27ADBC7EF1B5}" dt="2025-02-20T13:05:10.990" v="1913" actId="47"/>
        <pc:sldMkLst>
          <pc:docMk/>
          <pc:sldMk cId="0" sldId="331"/>
        </pc:sldMkLst>
      </pc:sldChg>
      <pc:sldChg chg="del">
        <pc:chgData name="Gary Liu" userId="b16f92b927cd09ad" providerId="LiveId" clId="{BCB7B73C-0B57-49E2-A90E-27ADBC7EF1B5}" dt="2025-02-20T13:05:11.170" v="1918" actId="47"/>
        <pc:sldMkLst>
          <pc:docMk/>
          <pc:sldMk cId="0" sldId="332"/>
        </pc:sldMkLst>
      </pc:sldChg>
      <pc:sldChg chg="del">
        <pc:chgData name="Gary Liu" userId="b16f92b927cd09ad" providerId="LiveId" clId="{BCB7B73C-0B57-49E2-A90E-27ADBC7EF1B5}" dt="2025-02-20T13:05:11.055" v="1915" actId="47"/>
        <pc:sldMkLst>
          <pc:docMk/>
          <pc:sldMk cId="0" sldId="333"/>
        </pc:sldMkLst>
      </pc:sldChg>
      <pc:sldChg chg="del">
        <pc:chgData name="Gary Liu" userId="b16f92b927cd09ad" providerId="LiveId" clId="{BCB7B73C-0B57-49E2-A90E-27ADBC7EF1B5}" dt="2025-02-20T13:05:11.019" v="1914" actId="47"/>
        <pc:sldMkLst>
          <pc:docMk/>
          <pc:sldMk cId="0" sldId="334"/>
        </pc:sldMkLst>
      </pc:sldChg>
      <pc:sldChg chg="del">
        <pc:chgData name="Gary Liu" userId="b16f92b927cd09ad" providerId="LiveId" clId="{BCB7B73C-0B57-49E2-A90E-27ADBC7EF1B5}" dt="2025-02-20T13:05:11.201" v="1919" actId="47"/>
        <pc:sldMkLst>
          <pc:docMk/>
          <pc:sldMk cId="0" sldId="335"/>
        </pc:sldMkLst>
      </pc:sldChg>
      <pc:sldChg chg="del">
        <pc:chgData name="Gary Liu" userId="b16f92b927cd09ad" providerId="LiveId" clId="{BCB7B73C-0B57-49E2-A90E-27ADBC7EF1B5}" dt="2025-02-20T13:05:11.406" v="1922" actId="47"/>
        <pc:sldMkLst>
          <pc:docMk/>
          <pc:sldMk cId="0" sldId="336"/>
        </pc:sldMkLst>
      </pc:sldChg>
      <pc:sldChg chg="del">
        <pc:chgData name="Gary Liu" userId="b16f92b927cd09ad" providerId="LiveId" clId="{BCB7B73C-0B57-49E2-A90E-27ADBC7EF1B5}" dt="2025-02-20T13:05:11.235" v="1920" actId="47"/>
        <pc:sldMkLst>
          <pc:docMk/>
          <pc:sldMk cId="0" sldId="337"/>
        </pc:sldMkLst>
      </pc:sldChg>
      <pc:sldChg chg="del">
        <pc:chgData name="Gary Liu" userId="b16f92b927cd09ad" providerId="LiveId" clId="{BCB7B73C-0B57-49E2-A90E-27ADBC7EF1B5}" dt="2025-02-20T13:05:11.344" v="1921" actId="47"/>
        <pc:sldMkLst>
          <pc:docMk/>
          <pc:sldMk cId="0" sldId="338"/>
        </pc:sldMkLst>
      </pc:sldChg>
      <pc:sldChg chg="del">
        <pc:chgData name="Gary Liu" userId="b16f92b927cd09ad" providerId="LiveId" clId="{BCB7B73C-0B57-49E2-A90E-27ADBC7EF1B5}" dt="2025-02-20T13:05:11.438" v="1923" actId="47"/>
        <pc:sldMkLst>
          <pc:docMk/>
          <pc:sldMk cId="0" sldId="339"/>
        </pc:sldMkLst>
      </pc:sldChg>
      <pc:sldChg chg="del">
        <pc:chgData name="Gary Liu" userId="b16f92b927cd09ad" providerId="LiveId" clId="{BCB7B73C-0B57-49E2-A90E-27ADBC7EF1B5}" dt="2025-02-20T13:05:11.482" v="1925" actId="47"/>
        <pc:sldMkLst>
          <pc:docMk/>
          <pc:sldMk cId="0" sldId="340"/>
        </pc:sldMkLst>
      </pc:sldChg>
      <pc:sldChg chg="del">
        <pc:chgData name="Gary Liu" userId="b16f92b927cd09ad" providerId="LiveId" clId="{BCB7B73C-0B57-49E2-A90E-27ADBC7EF1B5}" dt="2025-02-20T13:05:11.592" v="1928" actId="47"/>
        <pc:sldMkLst>
          <pc:docMk/>
          <pc:sldMk cId="0" sldId="341"/>
        </pc:sldMkLst>
      </pc:sldChg>
      <pc:sldChg chg="del">
        <pc:chgData name="Gary Liu" userId="b16f92b927cd09ad" providerId="LiveId" clId="{BCB7B73C-0B57-49E2-A90E-27ADBC7EF1B5}" dt="2025-02-20T13:05:11.621" v="1929" actId="47"/>
        <pc:sldMkLst>
          <pc:docMk/>
          <pc:sldMk cId="0" sldId="342"/>
        </pc:sldMkLst>
      </pc:sldChg>
      <pc:sldChg chg="del">
        <pc:chgData name="Gary Liu" userId="b16f92b927cd09ad" providerId="LiveId" clId="{BCB7B73C-0B57-49E2-A90E-27ADBC7EF1B5}" dt="2025-02-20T13:05:11.707" v="1932" actId="47"/>
        <pc:sldMkLst>
          <pc:docMk/>
          <pc:sldMk cId="0" sldId="343"/>
        </pc:sldMkLst>
      </pc:sldChg>
      <pc:sldChg chg="del">
        <pc:chgData name="Gary Liu" userId="b16f92b927cd09ad" providerId="LiveId" clId="{BCB7B73C-0B57-49E2-A90E-27ADBC7EF1B5}" dt="2025-02-20T13:05:11.748" v="1933" actId="47"/>
        <pc:sldMkLst>
          <pc:docMk/>
          <pc:sldMk cId="0" sldId="344"/>
        </pc:sldMkLst>
      </pc:sldChg>
      <pc:sldChg chg="del">
        <pc:chgData name="Gary Liu" userId="b16f92b927cd09ad" providerId="LiveId" clId="{BCB7B73C-0B57-49E2-A90E-27ADBC7EF1B5}" dt="2025-02-20T13:05:11.776" v="1934" actId="47"/>
        <pc:sldMkLst>
          <pc:docMk/>
          <pc:sldMk cId="0" sldId="345"/>
        </pc:sldMkLst>
      </pc:sldChg>
      <pc:sldChg chg="del">
        <pc:chgData name="Gary Liu" userId="b16f92b927cd09ad" providerId="LiveId" clId="{BCB7B73C-0B57-49E2-A90E-27ADBC7EF1B5}" dt="2025-02-20T13:05:11.806" v="1935" actId="47"/>
        <pc:sldMkLst>
          <pc:docMk/>
          <pc:sldMk cId="0" sldId="347"/>
        </pc:sldMkLst>
      </pc:sldChg>
      <pc:sldChg chg="del">
        <pc:chgData name="Gary Liu" userId="b16f92b927cd09ad" providerId="LiveId" clId="{BCB7B73C-0B57-49E2-A90E-27ADBC7EF1B5}" dt="2025-02-20T13:05:11.893" v="1937" actId="47"/>
        <pc:sldMkLst>
          <pc:docMk/>
          <pc:sldMk cId="0" sldId="348"/>
        </pc:sldMkLst>
      </pc:sldChg>
      <pc:sldChg chg="del">
        <pc:chgData name="Gary Liu" userId="b16f92b927cd09ad" providerId="LiveId" clId="{BCB7B73C-0B57-49E2-A90E-27ADBC7EF1B5}" dt="2025-02-20T13:05:11.917" v="1938" actId="47"/>
        <pc:sldMkLst>
          <pc:docMk/>
          <pc:sldMk cId="0" sldId="349"/>
        </pc:sldMkLst>
      </pc:sldChg>
      <pc:sldChg chg="del">
        <pc:chgData name="Gary Liu" userId="b16f92b927cd09ad" providerId="LiveId" clId="{BCB7B73C-0B57-49E2-A90E-27ADBC7EF1B5}" dt="2025-02-20T13:05:11.975" v="1939" actId="47"/>
        <pc:sldMkLst>
          <pc:docMk/>
          <pc:sldMk cId="0" sldId="350"/>
        </pc:sldMkLst>
      </pc:sldChg>
      <pc:sldChg chg="del">
        <pc:chgData name="Gary Liu" userId="b16f92b927cd09ad" providerId="LiveId" clId="{BCB7B73C-0B57-49E2-A90E-27ADBC7EF1B5}" dt="2025-02-20T13:05:12.001" v="1940" actId="47"/>
        <pc:sldMkLst>
          <pc:docMk/>
          <pc:sldMk cId="0" sldId="351"/>
        </pc:sldMkLst>
      </pc:sldChg>
      <pc:sldChg chg="del">
        <pc:chgData name="Gary Liu" userId="b16f92b927cd09ad" providerId="LiveId" clId="{BCB7B73C-0B57-49E2-A90E-27ADBC7EF1B5}" dt="2025-02-20T13:05:12.025" v="1941" actId="47"/>
        <pc:sldMkLst>
          <pc:docMk/>
          <pc:sldMk cId="0" sldId="352"/>
        </pc:sldMkLst>
      </pc:sldChg>
      <pc:sldChg chg="del">
        <pc:chgData name="Gary Liu" userId="b16f92b927cd09ad" providerId="LiveId" clId="{BCB7B73C-0B57-49E2-A90E-27ADBC7EF1B5}" dt="2025-02-20T13:05:12.101" v="1944" actId="47"/>
        <pc:sldMkLst>
          <pc:docMk/>
          <pc:sldMk cId="0" sldId="353"/>
        </pc:sldMkLst>
      </pc:sldChg>
      <pc:sldChg chg="del">
        <pc:chgData name="Gary Liu" userId="b16f92b927cd09ad" providerId="LiveId" clId="{BCB7B73C-0B57-49E2-A90E-27ADBC7EF1B5}" dt="2025-02-20T13:05:12.303" v="1950" actId="47"/>
        <pc:sldMkLst>
          <pc:docMk/>
          <pc:sldMk cId="0" sldId="354"/>
        </pc:sldMkLst>
      </pc:sldChg>
      <pc:sldChg chg="del">
        <pc:chgData name="Gary Liu" userId="b16f92b927cd09ad" providerId="LiveId" clId="{BCB7B73C-0B57-49E2-A90E-27ADBC7EF1B5}" dt="2025-02-20T13:05:12.151" v="1945" actId="47"/>
        <pc:sldMkLst>
          <pc:docMk/>
          <pc:sldMk cId="0" sldId="355"/>
        </pc:sldMkLst>
      </pc:sldChg>
      <pc:sldChg chg="del">
        <pc:chgData name="Gary Liu" userId="b16f92b927cd09ad" providerId="LiveId" clId="{BCB7B73C-0B57-49E2-A90E-27ADBC7EF1B5}" dt="2025-02-20T13:05:12.181" v="1946" actId="47"/>
        <pc:sldMkLst>
          <pc:docMk/>
          <pc:sldMk cId="0" sldId="356"/>
        </pc:sldMkLst>
      </pc:sldChg>
      <pc:sldChg chg="del">
        <pc:chgData name="Gary Liu" userId="b16f92b927cd09ad" providerId="LiveId" clId="{BCB7B73C-0B57-49E2-A90E-27ADBC7EF1B5}" dt="2025-02-20T13:05:12.204" v="1947" actId="47"/>
        <pc:sldMkLst>
          <pc:docMk/>
          <pc:sldMk cId="0" sldId="357"/>
        </pc:sldMkLst>
      </pc:sldChg>
      <pc:sldChg chg="del">
        <pc:chgData name="Gary Liu" userId="b16f92b927cd09ad" providerId="LiveId" clId="{BCB7B73C-0B57-49E2-A90E-27ADBC7EF1B5}" dt="2025-02-20T13:05:12.233" v="1948" actId="47"/>
        <pc:sldMkLst>
          <pc:docMk/>
          <pc:sldMk cId="0" sldId="358"/>
        </pc:sldMkLst>
      </pc:sldChg>
      <pc:sldChg chg="del">
        <pc:chgData name="Gary Liu" userId="b16f92b927cd09ad" providerId="LiveId" clId="{BCB7B73C-0B57-49E2-A90E-27ADBC7EF1B5}" dt="2025-02-20T13:05:07.170" v="1865" actId="47"/>
        <pc:sldMkLst>
          <pc:docMk/>
          <pc:sldMk cId="0" sldId="361"/>
        </pc:sldMkLst>
      </pc:sldChg>
      <pc:sldChg chg="del">
        <pc:chgData name="Gary Liu" userId="b16f92b927cd09ad" providerId="LiveId" clId="{BCB7B73C-0B57-49E2-A90E-27ADBC7EF1B5}" dt="2025-02-20T13:05:08.052" v="1885" actId="47"/>
        <pc:sldMkLst>
          <pc:docMk/>
          <pc:sldMk cId="0" sldId="371"/>
        </pc:sldMkLst>
      </pc:sldChg>
      <pc:sldChg chg="del">
        <pc:chgData name="Gary Liu" userId="b16f92b927cd09ad" providerId="LiveId" clId="{BCB7B73C-0B57-49E2-A90E-27ADBC7EF1B5}" dt="2025-02-20T13:05:10.962" v="1912" actId="47"/>
        <pc:sldMkLst>
          <pc:docMk/>
          <pc:sldMk cId="0" sldId="373"/>
        </pc:sldMkLst>
      </pc:sldChg>
      <pc:sldChg chg="del">
        <pc:chgData name="Gary Liu" userId="b16f92b927cd09ad" providerId="LiveId" clId="{BCB7B73C-0B57-49E2-A90E-27ADBC7EF1B5}" dt="2025-02-20T13:05:11.463" v="1924" actId="47"/>
        <pc:sldMkLst>
          <pc:docMk/>
          <pc:sldMk cId="0" sldId="378"/>
        </pc:sldMkLst>
      </pc:sldChg>
      <pc:sldChg chg="del">
        <pc:chgData name="Gary Liu" userId="b16f92b927cd09ad" providerId="LiveId" clId="{BCB7B73C-0B57-49E2-A90E-27ADBC7EF1B5}" dt="2025-02-20T13:05:07.976" v="1883" actId="47"/>
        <pc:sldMkLst>
          <pc:docMk/>
          <pc:sldMk cId="0" sldId="379"/>
        </pc:sldMkLst>
      </pc:sldChg>
      <pc:sldChg chg="del">
        <pc:chgData name="Gary Liu" userId="b16f92b927cd09ad" providerId="LiveId" clId="{BCB7B73C-0B57-49E2-A90E-27ADBC7EF1B5}" dt="2025-02-20T13:05:10.387" v="1903" actId="47"/>
        <pc:sldMkLst>
          <pc:docMk/>
          <pc:sldMk cId="0" sldId="382"/>
        </pc:sldMkLst>
      </pc:sldChg>
      <pc:sldChg chg="del">
        <pc:chgData name="Gary Liu" userId="b16f92b927cd09ad" providerId="LiveId" clId="{BCB7B73C-0B57-49E2-A90E-27ADBC7EF1B5}" dt="2025-02-20T13:05:10.291" v="1900" actId="47"/>
        <pc:sldMkLst>
          <pc:docMk/>
          <pc:sldMk cId="0" sldId="384"/>
        </pc:sldMkLst>
      </pc:sldChg>
      <pc:sldChg chg="del">
        <pc:chgData name="Gary Liu" userId="b16f92b927cd09ad" providerId="LiveId" clId="{BCB7B73C-0B57-49E2-A90E-27ADBC7EF1B5}" dt="2025-02-20T13:05:06.598" v="1858" actId="47"/>
        <pc:sldMkLst>
          <pc:docMk/>
          <pc:sldMk cId="0" sldId="385"/>
        </pc:sldMkLst>
      </pc:sldChg>
      <pc:sldChg chg="del">
        <pc:chgData name="Gary Liu" userId="b16f92b927cd09ad" providerId="LiveId" clId="{BCB7B73C-0B57-49E2-A90E-27ADBC7EF1B5}" dt="2025-02-20T13:05:12.285" v="1949" actId="47"/>
        <pc:sldMkLst>
          <pc:docMk/>
          <pc:sldMk cId="0" sldId="386"/>
        </pc:sldMkLst>
      </pc:sldChg>
      <pc:sldChg chg="del">
        <pc:chgData name="Gary Liu" userId="b16f92b927cd09ad" providerId="LiveId" clId="{BCB7B73C-0B57-49E2-A90E-27ADBC7EF1B5}" dt="2025-02-20T13:05:10.933" v="1911" actId="47"/>
        <pc:sldMkLst>
          <pc:docMk/>
          <pc:sldMk cId="899826508" sldId="397"/>
        </pc:sldMkLst>
      </pc:sldChg>
      <pc:sldChg chg="del">
        <pc:chgData name="Gary Liu" userId="b16f92b927cd09ad" providerId="LiveId" clId="{BCB7B73C-0B57-49E2-A90E-27ADBC7EF1B5}" dt="2025-02-20T13:05:08.180" v="1887" actId="47"/>
        <pc:sldMkLst>
          <pc:docMk/>
          <pc:sldMk cId="149358411" sldId="398"/>
        </pc:sldMkLst>
      </pc:sldChg>
      <pc:sldChg chg="del">
        <pc:chgData name="Gary Liu" userId="b16f92b927cd09ad" providerId="LiveId" clId="{BCB7B73C-0B57-49E2-A90E-27ADBC7EF1B5}" dt="2025-02-20T13:05:10.081" v="1894" actId="47"/>
        <pc:sldMkLst>
          <pc:docMk/>
          <pc:sldMk cId="2562158494" sldId="400"/>
        </pc:sldMkLst>
      </pc:sldChg>
      <pc:sldChg chg="del">
        <pc:chgData name="Gary Liu" userId="b16f92b927cd09ad" providerId="LiveId" clId="{BCB7B73C-0B57-49E2-A90E-27ADBC7EF1B5}" dt="2025-02-20T13:05:11.648" v="1930" actId="47"/>
        <pc:sldMkLst>
          <pc:docMk/>
          <pc:sldMk cId="422503316" sldId="401"/>
        </pc:sldMkLst>
      </pc:sldChg>
      <pc:sldChg chg="del">
        <pc:chgData name="Gary Liu" userId="b16f92b927cd09ad" providerId="LiveId" clId="{BCB7B73C-0B57-49E2-A90E-27ADBC7EF1B5}" dt="2025-02-20T13:05:11.667" v="1931" actId="47"/>
        <pc:sldMkLst>
          <pc:docMk/>
          <pc:sldMk cId="621544637" sldId="402"/>
        </pc:sldMkLst>
      </pc:sldChg>
      <pc:sldChg chg="del">
        <pc:chgData name="Gary Liu" userId="b16f92b927cd09ad" providerId="LiveId" clId="{BCB7B73C-0B57-49E2-A90E-27ADBC7EF1B5}" dt="2025-02-20T13:05:07.268" v="1867" actId="47"/>
        <pc:sldMkLst>
          <pc:docMk/>
          <pc:sldMk cId="3178203533" sldId="403"/>
        </pc:sldMkLst>
      </pc:sldChg>
      <pc:sldChg chg="del">
        <pc:chgData name="Gary Liu" userId="b16f92b927cd09ad" providerId="LiveId" clId="{BCB7B73C-0B57-49E2-A90E-27ADBC7EF1B5}" dt="2025-02-20T13:05:07.311" v="1868" actId="47"/>
        <pc:sldMkLst>
          <pc:docMk/>
          <pc:sldMk cId="4150182810" sldId="404"/>
        </pc:sldMkLst>
      </pc:sldChg>
      <pc:sldChg chg="del">
        <pc:chgData name="Gary Liu" userId="b16f92b927cd09ad" providerId="LiveId" clId="{BCB7B73C-0B57-49E2-A90E-27ADBC7EF1B5}" dt="2025-02-20T13:05:07.359" v="1869" actId="47"/>
        <pc:sldMkLst>
          <pc:docMk/>
          <pc:sldMk cId="1410972576" sldId="405"/>
        </pc:sldMkLst>
      </pc:sldChg>
      <pc:sldChg chg="del">
        <pc:chgData name="Gary Liu" userId="b16f92b927cd09ad" providerId="LiveId" clId="{BCB7B73C-0B57-49E2-A90E-27ADBC7EF1B5}" dt="2025-02-20T13:05:07.402" v="1870" actId="47"/>
        <pc:sldMkLst>
          <pc:docMk/>
          <pc:sldMk cId="2922865105" sldId="406"/>
        </pc:sldMkLst>
      </pc:sldChg>
      <pc:sldChg chg="del">
        <pc:chgData name="Gary Liu" userId="b16f92b927cd09ad" providerId="LiveId" clId="{BCB7B73C-0B57-49E2-A90E-27ADBC7EF1B5}" dt="2025-02-20T13:05:07.449" v="1871" actId="47"/>
        <pc:sldMkLst>
          <pc:docMk/>
          <pc:sldMk cId="1359065163" sldId="407"/>
        </pc:sldMkLst>
      </pc:sldChg>
      <pc:sldChg chg="del">
        <pc:chgData name="Gary Liu" userId="b16f92b927cd09ad" providerId="LiveId" clId="{BCB7B73C-0B57-49E2-A90E-27ADBC7EF1B5}" dt="2025-02-20T13:05:07.495" v="1872" actId="47"/>
        <pc:sldMkLst>
          <pc:docMk/>
          <pc:sldMk cId="3970898289" sldId="408"/>
        </pc:sldMkLst>
      </pc:sldChg>
      <pc:sldChg chg="del">
        <pc:chgData name="Gary Liu" userId="b16f92b927cd09ad" providerId="LiveId" clId="{BCB7B73C-0B57-49E2-A90E-27ADBC7EF1B5}" dt="2025-02-20T13:05:07.539" v="1873" actId="47"/>
        <pc:sldMkLst>
          <pc:docMk/>
          <pc:sldMk cId="1169552557" sldId="409"/>
        </pc:sldMkLst>
      </pc:sldChg>
      <pc:sldChg chg="del">
        <pc:chgData name="Gary Liu" userId="b16f92b927cd09ad" providerId="LiveId" clId="{BCB7B73C-0B57-49E2-A90E-27ADBC7EF1B5}" dt="2025-02-20T13:05:07.577" v="1874" actId="47"/>
        <pc:sldMkLst>
          <pc:docMk/>
          <pc:sldMk cId="459395491" sldId="410"/>
        </pc:sldMkLst>
      </pc:sldChg>
      <pc:sldChg chg="del">
        <pc:chgData name="Gary Liu" userId="b16f92b927cd09ad" providerId="LiveId" clId="{BCB7B73C-0B57-49E2-A90E-27ADBC7EF1B5}" dt="2025-02-20T13:05:07.620" v="1875" actId="47"/>
        <pc:sldMkLst>
          <pc:docMk/>
          <pc:sldMk cId="3695600251" sldId="411"/>
        </pc:sldMkLst>
      </pc:sldChg>
      <pc:sldChg chg="del">
        <pc:chgData name="Gary Liu" userId="b16f92b927cd09ad" providerId="LiveId" clId="{BCB7B73C-0B57-49E2-A90E-27ADBC7EF1B5}" dt="2025-02-20T13:05:07.668" v="1876" actId="47"/>
        <pc:sldMkLst>
          <pc:docMk/>
          <pc:sldMk cId="1096605222" sldId="412"/>
        </pc:sldMkLst>
      </pc:sldChg>
      <pc:sldChg chg="del">
        <pc:chgData name="Gary Liu" userId="b16f92b927cd09ad" providerId="LiveId" clId="{BCB7B73C-0B57-49E2-A90E-27ADBC7EF1B5}" dt="2025-02-20T13:05:07.725" v="1877" actId="47"/>
        <pc:sldMkLst>
          <pc:docMk/>
          <pc:sldMk cId="2950705245" sldId="413"/>
        </pc:sldMkLst>
      </pc:sldChg>
      <pc:sldChg chg="del">
        <pc:chgData name="Gary Liu" userId="b16f92b927cd09ad" providerId="LiveId" clId="{BCB7B73C-0B57-49E2-A90E-27ADBC7EF1B5}" dt="2025-02-20T13:05:07.913" v="1881" actId="47"/>
        <pc:sldMkLst>
          <pc:docMk/>
          <pc:sldMk cId="2457621991" sldId="414"/>
        </pc:sldMkLst>
      </pc:sldChg>
      <pc:sldChg chg="del">
        <pc:chgData name="Gary Liu" userId="b16f92b927cd09ad" providerId="LiveId" clId="{BCB7B73C-0B57-49E2-A90E-27ADBC7EF1B5}" dt="2025-02-20T13:05:07.947" v="1882" actId="47"/>
        <pc:sldMkLst>
          <pc:docMk/>
          <pc:sldMk cId="3105680818" sldId="416"/>
        </pc:sldMkLst>
      </pc:sldChg>
      <pc:sldChg chg="del">
        <pc:chgData name="Gary Liu" userId="b16f92b927cd09ad" providerId="LiveId" clId="{BCB7B73C-0B57-49E2-A90E-27ADBC7EF1B5}" dt="2025-02-20T13:05:07.820" v="1879" actId="47"/>
        <pc:sldMkLst>
          <pc:docMk/>
          <pc:sldMk cId="1257977446" sldId="417"/>
        </pc:sldMkLst>
      </pc:sldChg>
      <pc:sldChg chg="del">
        <pc:chgData name="Gary Liu" userId="b16f92b927cd09ad" providerId="LiveId" clId="{BCB7B73C-0B57-49E2-A90E-27ADBC7EF1B5}" dt="2025-02-20T13:05:07.871" v="1880" actId="47"/>
        <pc:sldMkLst>
          <pc:docMk/>
          <pc:sldMk cId="2446711964" sldId="418"/>
        </pc:sldMkLst>
      </pc:sldChg>
      <pc:sldChg chg="del">
        <pc:chgData name="Gary Liu" userId="b16f92b927cd09ad" providerId="LiveId" clId="{BCB7B73C-0B57-49E2-A90E-27ADBC7EF1B5}" dt="2025-02-20T13:05:07.773" v="1878" actId="47"/>
        <pc:sldMkLst>
          <pc:docMk/>
          <pc:sldMk cId="2206180799" sldId="419"/>
        </pc:sldMkLst>
      </pc:sldChg>
      <pc:sldChg chg="del">
        <pc:chgData name="Gary Liu" userId="b16f92b927cd09ad" providerId="LiveId" clId="{BCB7B73C-0B57-49E2-A90E-27ADBC7EF1B5}" dt="2025-02-20T13:05:08.295" v="1890" actId="47"/>
        <pc:sldMkLst>
          <pc:docMk/>
          <pc:sldMk cId="3895967942" sldId="420"/>
        </pc:sldMkLst>
      </pc:sldChg>
      <pc:sldChg chg="del">
        <pc:chgData name="Gary Liu" userId="b16f92b927cd09ad" providerId="LiveId" clId="{BCB7B73C-0B57-49E2-A90E-27ADBC7EF1B5}" dt="2025-02-20T13:05:10.158" v="1896" actId="47"/>
        <pc:sldMkLst>
          <pc:docMk/>
          <pc:sldMk cId="3529527890" sldId="421"/>
        </pc:sldMkLst>
      </pc:sldChg>
      <pc:sldChg chg="del">
        <pc:chgData name="Gary Liu" userId="b16f92b927cd09ad" providerId="LiveId" clId="{BCB7B73C-0B57-49E2-A90E-27ADBC7EF1B5}" dt="2025-02-20T13:05:10.522" v="1906" actId="47"/>
        <pc:sldMkLst>
          <pc:docMk/>
          <pc:sldMk cId="2501630373" sldId="423"/>
        </pc:sldMkLst>
      </pc:sldChg>
      <pc:sldChg chg="del">
        <pc:chgData name="Gary Liu" userId="b16f92b927cd09ad" providerId="LiveId" clId="{BCB7B73C-0B57-49E2-A90E-27ADBC7EF1B5}" dt="2025-02-20T13:05:11.145" v="1917" actId="47"/>
        <pc:sldMkLst>
          <pc:docMk/>
          <pc:sldMk cId="3215601444" sldId="424"/>
        </pc:sldMkLst>
      </pc:sldChg>
      <pc:sldChg chg="del">
        <pc:chgData name="Gary Liu" userId="b16f92b927cd09ad" providerId="LiveId" clId="{BCB7B73C-0B57-49E2-A90E-27ADBC7EF1B5}" dt="2025-02-20T13:05:11.100" v="1916" actId="47"/>
        <pc:sldMkLst>
          <pc:docMk/>
          <pc:sldMk cId="2778676231" sldId="425"/>
        </pc:sldMkLst>
      </pc:sldChg>
      <pc:sldChg chg="del">
        <pc:chgData name="Gary Liu" userId="b16f92b927cd09ad" providerId="LiveId" clId="{BCB7B73C-0B57-49E2-A90E-27ADBC7EF1B5}" dt="2025-02-20T13:05:11.860" v="1936" actId="47"/>
        <pc:sldMkLst>
          <pc:docMk/>
          <pc:sldMk cId="2079176526" sldId="426"/>
        </pc:sldMkLst>
      </pc:sldChg>
      <pc:sldChg chg="modSp mod">
        <pc:chgData name="Gary Liu" userId="b16f92b927cd09ad" providerId="LiveId" clId="{BCB7B73C-0B57-49E2-A90E-27ADBC7EF1B5}" dt="2025-02-20T07:01:37.270" v="477"/>
        <pc:sldMkLst>
          <pc:docMk/>
          <pc:sldMk cId="4276351526" sldId="462"/>
        </pc:sldMkLst>
        <pc:spChg chg="mod">
          <ac:chgData name="Gary Liu" userId="b16f92b927cd09ad" providerId="LiveId" clId="{BCB7B73C-0B57-49E2-A90E-27ADBC7EF1B5}" dt="2025-02-20T07:01:37.270" v="477"/>
          <ac:spMkLst>
            <pc:docMk/>
            <pc:sldMk cId="4276351526" sldId="462"/>
            <ac:spMk id="17" creationId="{F0BB9945-EA3D-464C-82CB-57C844A8F60E}"/>
          </ac:spMkLst>
        </pc:spChg>
      </pc:sldChg>
      <pc:sldChg chg="add del">
        <pc:chgData name="Gary Liu" userId="b16f92b927cd09ad" providerId="LiveId" clId="{BCB7B73C-0B57-49E2-A90E-27ADBC7EF1B5}" dt="2025-02-20T13:05:21.085" v="1990" actId="47"/>
        <pc:sldMkLst>
          <pc:docMk/>
          <pc:sldMk cId="762173633" sldId="463"/>
        </pc:sldMkLst>
      </pc:sldChg>
      <pc:sldChg chg="del">
        <pc:chgData name="Gary Liu" userId="b16f92b927cd09ad" providerId="LiveId" clId="{BCB7B73C-0B57-49E2-A90E-27ADBC7EF1B5}" dt="2025-02-20T13:04:58.179" v="1853" actId="47"/>
        <pc:sldMkLst>
          <pc:docMk/>
          <pc:sldMk cId="1467702747" sldId="464"/>
        </pc:sldMkLst>
      </pc:sldChg>
      <pc:sldChg chg="del">
        <pc:chgData name="Gary Liu" userId="b16f92b927cd09ad" providerId="LiveId" clId="{BCB7B73C-0B57-49E2-A90E-27ADBC7EF1B5}" dt="2025-02-20T13:05:08.015" v="1884" actId="47"/>
        <pc:sldMkLst>
          <pc:docMk/>
          <pc:sldMk cId="3112595708" sldId="465"/>
        </pc:sldMkLst>
      </pc:sldChg>
      <pc:sldChg chg="del">
        <pc:chgData name="Gary Liu" userId="b16f92b927cd09ad" providerId="LiveId" clId="{BCB7B73C-0B57-49E2-A90E-27ADBC7EF1B5}" dt="2025-02-20T13:05:10.344" v="1902" actId="47"/>
        <pc:sldMkLst>
          <pc:docMk/>
          <pc:sldMk cId="2308338323" sldId="466"/>
        </pc:sldMkLst>
      </pc:sldChg>
      <pc:sldChg chg="del">
        <pc:chgData name="Gary Liu" userId="b16f92b927cd09ad" providerId="LiveId" clId="{BCB7B73C-0B57-49E2-A90E-27ADBC7EF1B5}" dt="2025-02-20T13:05:11.508" v="1926" actId="47"/>
        <pc:sldMkLst>
          <pc:docMk/>
          <pc:sldMk cId="7900681" sldId="467"/>
        </pc:sldMkLst>
      </pc:sldChg>
      <pc:sldChg chg="del">
        <pc:chgData name="Gary Liu" userId="b16f92b927cd09ad" providerId="LiveId" clId="{BCB7B73C-0B57-49E2-A90E-27ADBC7EF1B5}" dt="2025-02-20T13:05:12.046" v="1942" actId="47"/>
        <pc:sldMkLst>
          <pc:docMk/>
          <pc:sldMk cId="913886545" sldId="468"/>
        </pc:sldMkLst>
      </pc:sldChg>
      <pc:sldChg chg="addSp delSp modSp add del mod modAnim">
        <pc:chgData name="Gary Liu" userId="b16f92b927cd09ad" providerId="LiveId" clId="{BCB7B73C-0B57-49E2-A90E-27ADBC7EF1B5}" dt="2025-02-20T13:15:56.790" v="2000" actId="47"/>
        <pc:sldMkLst>
          <pc:docMk/>
          <pc:sldMk cId="2587713164" sldId="469"/>
        </pc:sldMkLst>
        <pc:spChg chg="mod">
          <ac:chgData name="Gary Liu" userId="b16f92b927cd09ad" providerId="LiveId" clId="{BCB7B73C-0B57-49E2-A90E-27ADBC7EF1B5}" dt="2025-02-20T07:28:26.652" v="539" actId="14100"/>
          <ac:spMkLst>
            <pc:docMk/>
            <pc:sldMk cId="2587713164" sldId="469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20T07:02:54.702" v="517"/>
          <ac:spMkLst>
            <pc:docMk/>
            <pc:sldMk cId="2587713164" sldId="469"/>
            <ac:spMk id="6" creationId="{00000000-0000-0000-0000-000000000000}"/>
          </ac:spMkLst>
        </pc:spChg>
        <pc:spChg chg="add mod">
          <ac:chgData name="Gary Liu" userId="b16f92b927cd09ad" providerId="LiveId" clId="{BCB7B73C-0B57-49E2-A90E-27ADBC7EF1B5}" dt="2025-02-20T07:28:44.868" v="557"/>
          <ac:spMkLst>
            <pc:docMk/>
            <pc:sldMk cId="2587713164" sldId="469"/>
            <ac:spMk id="7" creationId="{F06186B6-F6C3-C7C2-E023-CC1DF244066E}"/>
          </ac:spMkLst>
        </pc:spChg>
        <pc:spChg chg="add mod">
          <ac:chgData name="Gary Liu" userId="b16f92b927cd09ad" providerId="LiveId" clId="{BCB7B73C-0B57-49E2-A90E-27ADBC7EF1B5}" dt="2025-02-20T07:34:48.327" v="558"/>
          <ac:spMkLst>
            <pc:docMk/>
            <pc:sldMk cId="2587713164" sldId="469"/>
            <ac:spMk id="8" creationId="{18878A5F-C2EC-CD68-39C5-797F8DEED089}"/>
          </ac:spMkLst>
        </pc:spChg>
        <pc:picChg chg="add del mod">
          <ac:chgData name="Gary Liu" userId="b16f92b927cd09ad" providerId="LiveId" clId="{BCB7B73C-0B57-49E2-A90E-27ADBC7EF1B5}" dt="2025-02-20T07:06:22.126" v="527" actId="478"/>
          <ac:picMkLst>
            <pc:docMk/>
            <pc:sldMk cId="2587713164" sldId="469"/>
            <ac:picMk id="3" creationId="{1EB00875-B4D5-065F-18CD-4087BFDB5CAF}"/>
          </ac:picMkLst>
        </pc:picChg>
        <pc:picChg chg="add mod">
          <ac:chgData name="Gary Liu" userId="b16f92b927cd09ad" providerId="LiveId" clId="{BCB7B73C-0B57-49E2-A90E-27ADBC7EF1B5}" dt="2025-02-20T07:10:57.693" v="534" actId="1076"/>
          <ac:picMkLst>
            <pc:docMk/>
            <pc:sldMk cId="2587713164" sldId="469"/>
            <ac:picMk id="4" creationId="{3781625D-39A8-C57F-43D0-20916E07C740}"/>
          </ac:picMkLst>
        </pc:picChg>
        <pc:picChg chg="add mod">
          <ac:chgData name="Gary Liu" userId="b16f92b927cd09ad" providerId="LiveId" clId="{BCB7B73C-0B57-49E2-A90E-27ADBC7EF1B5}" dt="2025-02-20T07:28:22.354" v="538" actId="1076"/>
          <ac:picMkLst>
            <pc:docMk/>
            <pc:sldMk cId="2587713164" sldId="469"/>
            <ac:picMk id="5" creationId="{E567CCE4-76E9-FBB3-3ACA-A1622D671045}"/>
          </ac:picMkLst>
        </pc:picChg>
      </pc:sldChg>
      <pc:sldChg chg="addSp delSp modSp add del mod modAnim">
        <pc:chgData name="Gary Liu" userId="b16f92b927cd09ad" providerId="LiveId" clId="{BCB7B73C-0B57-49E2-A90E-27ADBC7EF1B5}" dt="2025-02-20T14:26:51.786" v="2074"/>
        <pc:sldMkLst>
          <pc:docMk/>
          <pc:sldMk cId="1197795395" sldId="470"/>
        </pc:sldMkLst>
        <pc:spChg chg="mod">
          <ac:chgData name="Gary Liu" userId="b16f92b927cd09ad" providerId="LiveId" clId="{BCB7B73C-0B57-49E2-A90E-27ADBC7EF1B5}" dt="2025-02-20T14:12:08.734" v="2032" actId="1076"/>
          <ac:spMkLst>
            <pc:docMk/>
            <pc:sldMk cId="1197795395" sldId="470"/>
            <ac:spMk id="2" creationId="{00000000-0000-0000-0000-000000000000}"/>
          </ac:spMkLst>
        </pc:spChg>
        <pc:spChg chg="add del">
          <ac:chgData name="Gary Liu" userId="b16f92b927cd09ad" providerId="LiveId" clId="{BCB7B73C-0B57-49E2-A90E-27ADBC7EF1B5}" dt="2025-02-20T02:16:26.852" v="346" actId="22"/>
          <ac:spMkLst>
            <pc:docMk/>
            <pc:sldMk cId="1197795395" sldId="470"/>
            <ac:spMk id="4" creationId="{F0C1B3C6-63CB-17A5-31F2-AB84182AA2B2}"/>
          </ac:spMkLst>
        </pc:spChg>
        <pc:spChg chg="mod">
          <ac:chgData name="Gary Liu" userId="b16f92b927cd09ad" providerId="LiveId" clId="{BCB7B73C-0B57-49E2-A90E-27ADBC7EF1B5}" dt="2025-02-20T02:15:59.218" v="342" actId="1076"/>
          <ac:spMkLst>
            <pc:docMk/>
            <pc:sldMk cId="1197795395" sldId="470"/>
            <ac:spMk id="6" creationId="{00000000-0000-0000-0000-000000000000}"/>
          </ac:spMkLst>
        </pc:spChg>
        <pc:spChg chg="add del">
          <ac:chgData name="Gary Liu" userId="b16f92b927cd09ad" providerId="LiveId" clId="{BCB7B73C-0B57-49E2-A90E-27ADBC7EF1B5}" dt="2025-02-20T02:16:29.376" v="348" actId="22"/>
          <ac:spMkLst>
            <pc:docMk/>
            <pc:sldMk cId="1197795395" sldId="470"/>
            <ac:spMk id="7" creationId="{C68EB6FB-9FE7-06BD-3694-35EB20C6CBBA}"/>
          </ac:spMkLst>
        </pc:spChg>
        <pc:spChg chg="add del">
          <ac:chgData name="Gary Liu" userId="b16f92b927cd09ad" providerId="LiveId" clId="{BCB7B73C-0B57-49E2-A90E-27ADBC7EF1B5}" dt="2025-02-20T02:16:31.232" v="350" actId="22"/>
          <ac:spMkLst>
            <pc:docMk/>
            <pc:sldMk cId="1197795395" sldId="470"/>
            <ac:spMk id="10" creationId="{CB4A7A01-2402-3A93-ED3A-32D6FAC890AE}"/>
          </ac:spMkLst>
        </pc:spChg>
        <pc:spChg chg="add mod">
          <ac:chgData name="Gary Liu" userId="b16f92b927cd09ad" providerId="LiveId" clId="{BCB7B73C-0B57-49E2-A90E-27ADBC7EF1B5}" dt="2025-02-20T02:16:43.018" v="359" actId="14100"/>
          <ac:spMkLst>
            <pc:docMk/>
            <pc:sldMk cId="1197795395" sldId="470"/>
            <ac:spMk id="12" creationId="{11680E2D-75A5-F4CF-3015-E075AFDF499F}"/>
          </ac:spMkLst>
        </pc:spChg>
        <pc:spChg chg="add del">
          <ac:chgData name="Gary Liu" userId="b16f92b927cd09ad" providerId="LiveId" clId="{BCB7B73C-0B57-49E2-A90E-27ADBC7EF1B5}" dt="2025-02-20T02:17:00.454" v="362" actId="22"/>
          <ac:spMkLst>
            <pc:docMk/>
            <pc:sldMk cId="1197795395" sldId="470"/>
            <ac:spMk id="14" creationId="{81ED3352-EEB6-A23A-D392-B78BEB5A9BE2}"/>
          </ac:spMkLst>
        </pc:spChg>
        <pc:spChg chg="add mod">
          <ac:chgData name="Gary Liu" userId="b16f92b927cd09ad" providerId="LiveId" clId="{BCB7B73C-0B57-49E2-A90E-27ADBC7EF1B5}" dt="2025-02-20T12:05:06.521" v="1527"/>
          <ac:spMkLst>
            <pc:docMk/>
            <pc:sldMk cId="1197795395" sldId="470"/>
            <ac:spMk id="15" creationId="{6FA2EBBE-51A8-8A7A-41AB-9C02607F3C7B}"/>
          </ac:spMkLst>
        </pc:spChg>
        <pc:picChg chg="mod">
          <ac:chgData name="Gary Liu" userId="b16f92b927cd09ad" providerId="LiveId" clId="{BCB7B73C-0B57-49E2-A90E-27ADBC7EF1B5}" dt="2025-02-20T12:04:54.963" v="1523" actId="1076"/>
          <ac:picMkLst>
            <pc:docMk/>
            <pc:sldMk cId="1197795395" sldId="470"/>
            <ac:picMk id="3076" creationId="{1024DCBD-F55A-7760-68AB-5BE0E1B992DA}"/>
          </ac:picMkLst>
        </pc:picChg>
      </pc:sldChg>
      <pc:sldChg chg="addSp modSp add del mod modAnim">
        <pc:chgData name="Gary Liu" userId="b16f92b927cd09ad" providerId="LiveId" clId="{BCB7B73C-0B57-49E2-A90E-27ADBC7EF1B5}" dt="2025-02-20T14:26:53.450" v="2075"/>
        <pc:sldMkLst>
          <pc:docMk/>
          <pc:sldMk cId="2174928141" sldId="471"/>
        </pc:sldMkLst>
        <pc:spChg chg="mod">
          <ac:chgData name="Gary Liu" userId="b16f92b927cd09ad" providerId="LiveId" clId="{BCB7B73C-0B57-49E2-A90E-27ADBC7EF1B5}" dt="2025-02-20T12:23:44.740" v="1659" actId="6549"/>
          <ac:spMkLst>
            <pc:docMk/>
            <pc:sldMk cId="2174928141" sldId="471"/>
            <ac:spMk id="2" creationId="{00000000-0000-0000-0000-000000000000}"/>
          </ac:spMkLst>
        </pc:spChg>
        <pc:spChg chg="add mod">
          <ac:chgData name="Gary Liu" userId="b16f92b927cd09ad" providerId="LiveId" clId="{BCB7B73C-0B57-49E2-A90E-27ADBC7EF1B5}" dt="2025-02-20T12:06:30.336" v="1545" actId="1582"/>
          <ac:spMkLst>
            <pc:docMk/>
            <pc:sldMk cId="2174928141" sldId="471"/>
            <ac:spMk id="3" creationId="{92F96E89-757D-2BA8-0B38-2474F9507FB9}"/>
          </ac:spMkLst>
        </pc:spChg>
        <pc:spChg chg="mod">
          <ac:chgData name="Gary Liu" userId="b16f92b927cd09ad" providerId="LiveId" clId="{BCB7B73C-0B57-49E2-A90E-27ADBC7EF1B5}" dt="2025-02-20T12:06:46.298" v="1546" actId="1076"/>
          <ac:spMkLst>
            <pc:docMk/>
            <pc:sldMk cId="2174928141" sldId="471"/>
            <ac:spMk id="15" creationId="{6FA2EBBE-51A8-8A7A-41AB-9C02607F3C7B}"/>
          </ac:spMkLst>
        </pc:spChg>
        <pc:picChg chg="mod">
          <ac:chgData name="Gary Liu" userId="b16f92b927cd09ad" providerId="LiveId" clId="{BCB7B73C-0B57-49E2-A90E-27ADBC7EF1B5}" dt="2025-02-20T12:06:02.743" v="1542" actId="1076"/>
          <ac:picMkLst>
            <pc:docMk/>
            <pc:sldMk cId="2174928141" sldId="471"/>
            <ac:picMk id="3076" creationId="{1024DCBD-F55A-7760-68AB-5BE0E1B992DA}"/>
          </ac:picMkLst>
        </pc:picChg>
      </pc:sldChg>
      <pc:sldChg chg="modSp add del mod">
        <pc:chgData name="Gary Liu" userId="b16f92b927cd09ad" providerId="LiveId" clId="{BCB7B73C-0B57-49E2-A90E-27ADBC7EF1B5}" dt="2025-02-20T13:15:28.359" v="1999" actId="12"/>
        <pc:sldMkLst>
          <pc:docMk/>
          <pc:sldMk cId="1549976716" sldId="472"/>
        </pc:sldMkLst>
        <pc:spChg chg="mod">
          <ac:chgData name="Gary Liu" userId="b16f92b927cd09ad" providerId="LiveId" clId="{BCB7B73C-0B57-49E2-A90E-27ADBC7EF1B5}" dt="2025-02-20T07:01:50.574" v="487"/>
          <ac:spMkLst>
            <pc:docMk/>
            <pc:sldMk cId="1549976716" sldId="472"/>
            <ac:spMk id="6" creationId="{00000000-0000-0000-0000-000000000000}"/>
          </ac:spMkLst>
        </pc:spChg>
        <pc:spChg chg="mod">
          <ac:chgData name="Gary Liu" userId="b16f92b927cd09ad" providerId="LiveId" clId="{BCB7B73C-0B57-49E2-A90E-27ADBC7EF1B5}" dt="2025-02-20T13:15:28.359" v="1999" actId="12"/>
          <ac:spMkLst>
            <pc:docMk/>
            <pc:sldMk cId="1549976716" sldId="472"/>
            <ac:spMk id="7" creationId="{88DCF228-8896-491A-8C7D-A71BA45B5513}"/>
          </ac:spMkLst>
        </pc:spChg>
      </pc:sldChg>
      <pc:sldChg chg="modSp add del mod modAnim">
        <pc:chgData name="Gary Liu" userId="b16f92b927cd09ad" providerId="LiveId" clId="{BCB7B73C-0B57-49E2-A90E-27ADBC7EF1B5}" dt="2025-02-20T14:26:46.819" v="2072"/>
        <pc:sldMkLst>
          <pc:docMk/>
          <pc:sldMk cId="4015317280" sldId="473"/>
        </pc:sldMkLst>
        <pc:spChg chg="mod">
          <ac:chgData name="Gary Liu" userId="b16f92b927cd09ad" providerId="LiveId" clId="{BCB7B73C-0B57-49E2-A90E-27ADBC7EF1B5}" dt="2025-02-20T12:01:16.291" v="1513" actId="12"/>
          <ac:spMkLst>
            <pc:docMk/>
            <pc:sldMk cId="4015317280" sldId="473"/>
            <ac:spMk id="2" creationId="{00000000-0000-0000-0000-000000000000}"/>
          </ac:spMkLst>
        </pc:spChg>
      </pc:sldChg>
      <pc:sldChg chg="addSp delSp modSp add del mod delAnim modAnim">
        <pc:chgData name="Gary Liu" userId="b16f92b927cd09ad" providerId="LiveId" clId="{BCB7B73C-0B57-49E2-A90E-27ADBC7EF1B5}" dt="2025-02-20T11:55:44.794" v="1433" actId="47"/>
        <pc:sldMkLst>
          <pc:docMk/>
          <pc:sldMk cId="3558170200" sldId="474"/>
        </pc:sldMkLst>
        <pc:spChg chg="mod">
          <ac:chgData name="Gary Liu" userId="b16f92b927cd09ad" providerId="LiveId" clId="{BCB7B73C-0B57-49E2-A90E-27ADBC7EF1B5}" dt="2025-02-20T08:09:03.413" v="796" actId="12"/>
          <ac:spMkLst>
            <pc:docMk/>
            <pc:sldMk cId="3558170200" sldId="474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20T07:34:57.825" v="563"/>
          <ac:spMkLst>
            <pc:docMk/>
            <pc:sldMk cId="3558170200" sldId="474"/>
            <ac:spMk id="6" creationId="{00000000-0000-0000-0000-000000000000}"/>
          </ac:spMkLst>
        </pc:spChg>
        <pc:spChg chg="del">
          <ac:chgData name="Gary Liu" userId="b16f92b927cd09ad" providerId="LiveId" clId="{BCB7B73C-0B57-49E2-A90E-27ADBC7EF1B5}" dt="2025-02-20T07:50:29.405" v="646" actId="478"/>
          <ac:spMkLst>
            <pc:docMk/>
            <pc:sldMk cId="3558170200" sldId="474"/>
            <ac:spMk id="7" creationId="{F06186B6-F6C3-C7C2-E023-CC1DF244066E}"/>
          </ac:spMkLst>
        </pc:spChg>
        <pc:spChg chg="add del">
          <ac:chgData name="Gary Liu" userId="b16f92b927cd09ad" providerId="LiveId" clId="{BCB7B73C-0B57-49E2-A90E-27ADBC7EF1B5}" dt="2025-02-20T07:52:05.674" v="648" actId="22"/>
          <ac:spMkLst>
            <pc:docMk/>
            <pc:sldMk cId="3558170200" sldId="474"/>
            <ac:spMk id="8" creationId="{63C4AA33-5524-7D97-6E63-E7BD2239CE43}"/>
          </ac:spMkLst>
        </pc:spChg>
        <pc:spChg chg="add mod">
          <ac:chgData name="Gary Liu" userId="b16f92b927cd09ad" providerId="LiveId" clId="{BCB7B73C-0B57-49E2-A90E-27ADBC7EF1B5}" dt="2025-02-20T08:02:16.158" v="762" actId="1076"/>
          <ac:spMkLst>
            <pc:docMk/>
            <pc:sldMk cId="3558170200" sldId="474"/>
            <ac:spMk id="11" creationId="{DEF8A415-D894-D17B-8DA7-F537023FA074}"/>
          </ac:spMkLst>
        </pc:spChg>
        <pc:picChg chg="del">
          <ac:chgData name="Gary Liu" userId="b16f92b927cd09ad" providerId="LiveId" clId="{BCB7B73C-0B57-49E2-A90E-27ADBC7EF1B5}" dt="2025-02-20T07:36:00.637" v="573" actId="478"/>
          <ac:picMkLst>
            <pc:docMk/>
            <pc:sldMk cId="3558170200" sldId="474"/>
            <ac:picMk id="4" creationId="{3781625D-39A8-C57F-43D0-20916E07C740}"/>
          </ac:picMkLst>
        </pc:picChg>
        <pc:picChg chg="del">
          <ac:chgData name="Gary Liu" userId="b16f92b927cd09ad" providerId="LiveId" clId="{BCB7B73C-0B57-49E2-A90E-27ADBC7EF1B5}" dt="2025-02-20T07:50:28.492" v="645" actId="478"/>
          <ac:picMkLst>
            <pc:docMk/>
            <pc:sldMk cId="3558170200" sldId="474"/>
            <ac:picMk id="5" creationId="{E567CCE4-76E9-FBB3-3ACA-A1622D671045}"/>
          </ac:picMkLst>
        </pc:picChg>
        <pc:picChg chg="add mod">
          <ac:chgData name="Gary Liu" userId="b16f92b927cd09ad" providerId="LiveId" clId="{BCB7B73C-0B57-49E2-A90E-27ADBC7EF1B5}" dt="2025-02-20T08:32:41.430" v="811" actId="1076"/>
          <ac:picMkLst>
            <pc:docMk/>
            <pc:sldMk cId="3558170200" sldId="474"/>
            <ac:picMk id="10" creationId="{6591A4D8-09CA-26ED-37CE-FAF75FF7D2CC}"/>
          </ac:picMkLst>
        </pc:picChg>
        <pc:picChg chg="add del mod">
          <ac:chgData name="Gary Liu" userId="b16f92b927cd09ad" providerId="LiveId" clId="{BCB7B73C-0B57-49E2-A90E-27ADBC7EF1B5}" dt="2025-02-20T08:11:59.095" v="809" actId="478"/>
          <ac:picMkLst>
            <pc:docMk/>
            <pc:sldMk cId="3558170200" sldId="474"/>
            <ac:picMk id="12" creationId="{C862BEA6-B7E1-1E8C-FDCA-449339558981}"/>
          </ac:picMkLst>
        </pc:picChg>
      </pc:sldChg>
      <pc:sldChg chg="addSp delSp modSp add mod ord delAnim modAnim">
        <pc:chgData name="Gary Liu" userId="b16f92b927cd09ad" providerId="LiveId" clId="{BCB7B73C-0B57-49E2-A90E-27ADBC7EF1B5}" dt="2025-02-20T14:26:30.942" v="2067"/>
        <pc:sldMkLst>
          <pc:docMk/>
          <pc:sldMk cId="3941276337" sldId="475"/>
        </pc:sldMkLst>
        <pc:spChg chg="mod">
          <ac:chgData name="Gary Liu" userId="b16f92b927cd09ad" providerId="LiveId" clId="{BCB7B73C-0B57-49E2-A90E-27ADBC7EF1B5}" dt="2025-02-20T08:33:59.642" v="829"/>
          <ac:spMkLst>
            <pc:docMk/>
            <pc:sldMk cId="3941276337" sldId="475"/>
            <ac:spMk id="2" creationId="{00000000-0000-0000-0000-000000000000}"/>
          </ac:spMkLst>
        </pc:spChg>
        <pc:spChg chg="add del mod">
          <ac:chgData name="Gary Liu" userId="b16f92b927cd09ad" providerId="LiveId" clId="{BCB7B73C-0B57-49E2-A90E-27ADBC7EF1B5}" dt="2025-02-20T08:01:40.996" v="754" actId="478"/>
          <ac:spMkLst>
            <pc:docMk/>
            <pc:sldMk cId="3941276337" sldId="475"/>
            <ac:spMk id="5" creationId="{0AD582C1-4620-E858-BBAB-3C4576EE30E8}"/>
          </ac:spMkLst>
        </pc:spChg>
        <pc:spChg chg="mod">
          <ac:chgData name="Gary Liu" userId="b16f92b927cd09ad" providerId="LiveId" clId="{BCB7B73C-0B57-49E2-A90E-27ADBC7EF1B5}" dt="2025-02-20T08:01:36.947" v="752"/>
          <ac:spMkLst>
            <pc:docMk/>
            <pc:sldMk cId="3941276337" sldId="475"/>
            <ac:spMk id="6" creationId="{00000000-0000-0000-0000-000000000000}"/>
          </ac:spMkLst>
        </pc:spChg>
        <pc:spChg chg="add mod">
          <ac:chgData name="Gary Liu" userId="b16f92b927cd09ad" providerId="LiveId" clId="{BCB7B73C-0B57-49E2-A90E-27ADBC7EF1B5}" dt="2025-02-20T08:09:34.932" v="801" actId="1076"/>
          <ac:spMkLst>
            <pc:docMk/>
            <pc:sldMk cId="3941276337" sldId="475"/>
            <ac:spMk id="7" creationId="{80CAAC40-8419-D0F9-69AB-726829AE9630}"/>
          </ac:spMkLst>
        </pc:spChg>
        <pc:spChg chg="del">
          <ac:chgData name="Gary Liu" userId="b16f92b927cd09ad" providerId="LiveId" clId="{BCB7B73C-0B57-49E2-A90E-27ADBC7EF1B5}" dt="2025-02-20T07:53:21.998" v="672" actId="478"/>
          <ac:spMkLst>
            <pc:docMk/>
            <pc:sldMk cId="3941276337" sldId="475"/>
            <ac:spMk id="11" creationId="{DEF8A415-D894-D17B-8DA7-F537023FA074}"/>
          </ac:spMkLst>
        </pc:spChg>
        <pc:spChg chg="add mod">
          <ac:chgData name="Gary Liu" userId="b16f92b927cd09ad" providerId="LiveId" clId="{BCB7B73C-0B57-49E2-A90E-27ADBC7EF1B5}" dt="2025-02-20T08:09:38.003" v="802" actId="1076"/>
          <ac:spMkLst>
            <pc:docMk/>
            <pc:sldMk cId="3941276337" sldId="475"/>
            <ac:spMk id="12" creationId="{AB7F1FDD-08B4-6A94-A1B0-AF0C086E3CEB}"/>
          </ac:spMkLst>
        </pc:spChg>
        <pc:spChg chg="add del mod">
          <ac:chgData name="Gary Liu" userId="b16f92b927cd09ad" providerId="LiveId" clId="{BCB7B73C-0B57-49E2-A90E-27ADBC7EF1B5}" dt="2025-02-20T08:01:50.151" v="755" actId="478"/>
          <ac:spMkLst>
            <pc:docMk/>
            <pc:sldMk cId="3941276337" sldId="475"/>
            <ac:spMk id="14" creationId="{9DE9216C-C13D-63C2-AA82-CE317350919C}"/>
          </ac:spMkLst>
        </pc:spChg>
        <pc:picChg chg="add mod">
          <ac:chgData name="Gary Liu" userId="b16f92b927cd09ad" providerId="LiveId" clId="{BCB7B73C-0B57-49E2-A90E-27ADBC7EF1B5}" dt="2025-02-20T08:09:41.454" v="804" actId="1076"/>
          <ac:picMkLst>
            <pc:docMk/>
            <pc:sldMk cId="3941276337" sldId="475"/>
            <ac:picMk id="3" creationId="{655EC9E3-49F1-54AD-3529-7F2BDA6B5B21}"/>
          </ac:picMkLst>
        </pc:picChg>
        <pc:picChg chg="add del mod">
          <ac:chgData name="Gary Liu" userId="b16f92b927cd09ad" providerId="LiveId" clId="{BCB7B73C-0B57-49E2-A90E-27ADBC7EF1B5}" dt="2025-02-20T08:01:40.037" v="753" actId="478"/>
          <ac:picMkLst>
            <pc:docMk/>
            <pc:sldMk cId="3941276337" sldId="475"/>
            <ac:picMk id="4" creationId="{2CFBB293-8B4D-B613-777F-F49EBA994E28}"/>
          </ac:picMkLst>
        </pc:picChg>
        <pc:picChg chg="del">
          <ac:chgData name="Gary Liu" userId="b16f92b927cd09ad" providerId="LiveId" clId="{BCB7B73C-0B57-49E2-A90E-27ADBC7EF1B5}" dt="2025-02-20T07:54:06.948" v="692" actId="478"/>
          <ac:picMkLst>
            <pc:docMk/>
            <pc:sldMk cId="3941276337" sldId="475"/>
            <ac:picMk id="10" creationId="{6591A4D8-09CA-26ED-37CE-FAF75FF7D2CC}"/>
          </ac:picMkLst>
        </pc:picChg>
      </pc:sldChg>
      <pc:sldChg chg="delSp modSp add del mod ord delAnim modAnim">
        <pc:chgData name="Gary Liu" userId="b16f92b927cd09ad" providerId="LiveId" clId="{BCB7B73C-0B57-49E2-A90E-27ADBC7EF1B5}" dt="2025-02-20T09:11:58.452" v="948" actId="47"/>
        <pc:sldMkLst>
          <pc:docMk/>
          <pc:sldMk cId="693912256" sldId="476"/>
        </pc:sldMkLst>
        <pc:spChg chg="del mod">
          <ac:chgData name="Gary Liu" userId="b16f92b927cd09ad" providerId="LiveId" clId="{BCB7B73C-0B57-49E2-A90E-27ADBC7EF1B5}" dt="2025-02-20T08:00:33.740" v="747" actId="478"/>
          <ac:spMkLst>
            <pc:docMk/>
            <pc:sldMk cId="693912256" sldId="476"/>
            <ac:spMk id="2" creationId="{00000000-0000-0000-0000-000000000000}"/>
          </ac:spMkLst>
        </pc:spChg>
      </pc:sldChg>
      <pc:sldChg chg="addSp delSp modSp add mod delAnim modAnim">
        <pc:chgData name="Gary Liu" userId="b16f92b927cd09ad" providerId="LiveId" clId="{BCB7B73C-0B57-49E2-A90E-27ADBC7EF1B5}" dt="2025-02-20T14:26:37.003" v="2070"/>
        <pc:sldMkLst>
          <pc:docMk/>
          <pc:sldMk cId="838662427" sldId="477"/>
        </pc:sldMkLst>
        <pc:spChg chg="mod">
          <ac:chgData name="Gary Liu" userId="b16f92b927cd09ad" providerId="LiveId" clId="{BCB7B73C-0B57-49E2-A90E-27ADBC7EF1B5}" dt="2025-02-20T08:54:22.731" v="892" actId="20577"/>
          <ac:spMkLst>
            <pc:docMk/>
            <pc:sldMk cId="838662427" sldId="477"/>
            <ac:spMk id="2" creationId="{00000000-0000-0000-0000-000000000000}"/>
          </ac:spMkLst>
        </pc:spChg>
        <pc:spChg chg="add mod">
          <ac:chgData name="Gary Liu" userId="b16f92b927cd09ad" providerId="LiveId" clId="{BCB7B73C-0B57-49E2-A90E-27ADBC7EF1B5}" dt="2025-02-20T08:54:26.409" v="893" actId="1076"/>
          <ac:spMkLst>
            <pc:docMk/>
            <pc:sldMk cId="838662427" sldId="477"/>
            <ac:spMk id="4" creationId="{64FB291B-7EAD-EC10-70BC-66889D848DB9}"/>
          </ac:spMkLst>
        </pc:spChg>
        <pc:spChg chg="del mod">
          <ac:chgData name="Gary Liu" userId="b16f92b927cd09ad" providerId="LiveId" clId="{BCB7B73C-0B57-49E2-A90E-27ADBC7EF1B5}" dt="2025-02-20T08:47:56.475" v="858" actId="478"/>
          <ac:spMkLst>
            <pc:docMk/>
            <pc:sldMk cId="838662427" sldId="477"/>
            <ac:spMk id="7" creationId="{80CAAC40-8419-D0F9-69AB-726829AE9630}"/>
          </ac:spMkLst>
        </pc:spChg>
        <pc:spChg chg="del mod">
          <ac:chgData name="Gary Liu" userId="b16f92b927cd09ad" providerId="LiveId" clId="{BCB7B73C-0B57-49E2-A90E-27ADBC7EF1B5}" dt="2025-02-20T08:47:55.481" v="857" actId="478"/>
          <ac:spMkLst>
            <pc:docMk/>
            <pc:sldMk cId="838662427" sldId="477"/>
            <ac:spMk id="12" creationId="{AB7F1FDD-08B4-6A94-A1B0-AF0C086E3CEB}"/>
          </ac:spMkLst>
        </pc:spChg>
        <pc:picChg chg="del">
          <ac:chgData name="Gary Liu" userId="b16f92b927cd09ad" providerId="LiveId" clId="{BCB7B73C-0B57-49E2-A90E-27ADBC7EF1B5}" dt="2025-02-20T08:47:54.160" v="856" actId="478"/>
          <ac:picMkLst>
            <pc:docMk/>
            <pc:sldMk cId="838662427" sldId="477"/>
            <ac:picMk id="3" creationId="{655EC9E3-49F1-54AD-3529-7F2BDA6B5B21}"/>
          </ac:picMkLst>
        </pc:picChg>
        <pc:picChg chg="add mod">
          <ac:chgData name="Gary Liu" userId="b16f92b927cd09ad" providerId="LiveId" clId="{BCB7B73C-0B57-49E2-A90E-27ADBC7EF1B5}" dt="2025-02-20T08:54:33.480" v="896" actId="1076"/>
          <ac:picMkLst>
            <pc:docMk/>
            <pc:sldMk cId="838662427" sldId="477"/>
            <ac:picMk id="5" creationId="{DCEFF820-2C3F-0B8A-EF18-529A4661E02B}"/>
          </ac:picMkLst>
        </pc:picChg>
        <pc:picChg chg="add mod">
          <ac:chgData name="Gary Liu" userId="b16f92b927cd09ad" providerId="LiveId" clId="{BCB7B73C-0B57-49E2-A90E-27ADBC7EF1B5}" dt="2025-02-20T08:57:08.539" v="900"/>
          <ac:picMkLst>
            <pc:docMk/>
            <pc:sldMk cId="838662427" sldId="477"/>
            <ac:picMk id="8" creationId="{0652686C-CB63-135B-B419-8B9EB5436D36}"/>
          </ac:picMkLst>
        </pc:picChg>
        <pc:picChg chg="add mod">
          <ac:chgData name="Gary Liu" userId="b16f92b927cd09ad" providerId="LiveId" clId="{BCB7B73C-0B57-49E2-A90E-27ADBC7EF1B5}" dt="2025-02-20T08:57:07.957" v="899"/>
          <ac:picMkLst>
            <pc:docMk/>
            <pc:sldMk cId="838662427" sldId="477"/>
            <ac:picMk id="10" creationId="{D30F946E-8265-C25B-C705-D823BB6FC4C4}"/>
          </ac:picMkLst>
        </pc:picChg>
      </pc:sldChg>
      <pc:sldChg chg="addSp delSp modSp add mod delAnim modAnim">
        <pc:chgData name="Gary Liu" userId="b16f92b927cd09ad" providerId="LiveId" clId="{BCB7B73C-0B57-49E2-A90E-27ADBC7EF1B5}" dt="2025-02-20T14:27:07.644" v="2080"/>
        <pc:sldMkLst>
          <pc:docMk/>
          <pc:sldMk cId="151137106" sldId="478"/>
        </pc:sldMkLst>
        <pc:spChg chg="mod">
          <ac:chgData name="Gary Liu" userId="b16f92b927cd09ad" providerId="LiveId" clId="{BCB7B73C-0B57-49E2-A90E-27ADBC7EF1B5}" dt="2025-02-20T08:59:43.417" v="920" actId="1076"/>
          <ac:spMkLst>
            <pc:docMk/>
            <pc:sldMk cId="151137106" sldId="478"/>
            <ac:spMk id="2" creationId="{00000000-0000-0000-0000-000000000000}"/>
          </ac:spMkLst>
        </pc:spChg>
        <pc:spChg chg="del">
          <ac:chgData name="Gary Liu" userId="b16f92b927cd09ad" providerId="LiveId" clId="{BCB7B73C-0B57-49E2-A90E-27ADBC7EF1B5}" dt="2025-02-20T08:59:15.292" v="910" actId="478"/>
          <ac:spMkLst>
            <pc:docMk/>
            <pc:sldMk cId="151137106" sldId="478"/>
            <ac:spMk id="4" creationId="{64FB291B-7EAD-EC10-70BC-66889D848DB9}"/>
          </ac:spMkLst>
        </pc:spChg>
        <pc:picChg chg="add mod">
          <ac:chgData name="Gary Liu" userId="b16f92b927cd09ad" providerId="LiveId" clId="{BCB7B73C-0B57-49E2-A90E-27ADBC7EF1B5}" dt="2025-02-20T08:59:54.291" v="923" actId="1076"/>
          <ac:picMkLst>
            <pc:docMk/>
            <pc:sldMk cId="151137106" sldId="478"/>
            <ac:picMk id="3" creationId="{E4840044-3F30-2A59-E8EA-0331D13E7017}"/>
          </ac:picMkLst>
        </pc:picChg>
        <pc:picChg chg="del">
          <ac:chgData name="Gary Liu" userId="b16f92b927cd09ad" providerId="LiveId" clId="{BCB7B73C-0B57-49E2-A90E-27ADBC7EF1B5}" dt="2025-02-20T08:57:33.600" v="906" actId="478"/>
          <ac:picMkLst>
            <pc:docMk/>
            <pc:sldMk cId="151137106" sldId="478"/>
            <ac:picMk id="5" creationId="{DCEFF820-2C3F-0B8A-EF18-529A4661E02B}"/>
          </ac:picMkLst>
        </pc:picChg>
      </pc:sldChg>
      <pc:sldChg chg="delSp modSp add del mod modAnim">
        <pc:chgData name="Gary Liu" userId="b16f92b927cd09ad" providerId="LiveId" clId="{BCB7B73C-0B57-49E2-A90E-27ADBC7EF1B5}" dt="2025-02-20T14:26:34.839" v="2068"/>
        <pc:sldMkLst>
          <pc:docMk/>
          <pc:sldMk cId="3757413751" sldId="479"/>
        </pc:sldMkLst>
        <pc:spChg chg="mod">
          <ac:chgData name="Gary Liu" userId="b16f92b927cd09ad" providerId="LiveId" clId="{BCB7B73C-0B57-49E2-A90E-27ADBC7EF1B5}" dt="2025-02-20T09:00:34.399" v="945" actId="12"/>
          <ac:spMkLst>
            <pc:docMk/>
            <pc:sldMk cId="3757413751" sldId="479"/>
            <ac:spMk id="2" creationId="{00000000-0000-0000-0000-000000000000}"/>
          </ac:spMkLst>
        </pc:spChg>
        <pc:picChg chg="del">
          <ac:chgData name="Gary Liu" userId="b16f92b927cd09ad" providerId="LiveId" clId="{BCB7B73C-0B57-49E2-A90E-27ADBC7EF1B5}" dt="2025-02-20T09:11:55.197" v="947" actId="478"/>
          <ac:picMkLst>
            <pc:docMk/>
            <pc:sldMk cId="3757413751" sldId="479"/>
            <ac:picMk id="3" creationId="{E4840044-3F30-2A59-E8EA-0331D13E7017}"/>
          </ac:picMkLst>
        </pc:picChg>
      </pc:sldChg>
      <pc:sldChg chg="delSp modSp add del mod">
        <pc:chgData name="Gary Liu" userId="b16f92b927cd09ad" providerId="LiveId" clId="{BCB7B73C-0B57-49E2-A90E-27ADBC7EF1B5}" dt="2025-02-20T13:05:15.039" v="1972" actId="47"/>
        <pc:sldMkLst>
          <pc:docMk/>
          <pc:sldMk cId="1185778061" sldId="480"/>
        </pc:sldMkLst>
        <pc:spChg chg="mod">
          <ac:chgData name="Gary Liu" userId="b16f92b927cd09ad" providerId="LiveId" clId="{BCB7B73C-0B57-49E2-A90E-27ADBC7EF1B5}" dt="2025-02-20T09:12:42.689" v="981" actId="1076"/>
          <ac:spMkLst>
            <pc:docMk/>
            <pc:sldMk cId="1185778061" sldId="480"/>
            <ac:spMk id="2" creationId="{6AFA43BD-D0CC-47CB-BD5F-A4E59FEB15B3}"/>
          </ac:spMkLst>
        </pc:spChg>
        <pc:spChg chg="del">
          <ac:chgData name="Gary Liu" userId="b16f92b927cd09ad" providerId="LiveId" clId="{BCB7B73C-0B57-49E2-A90E-27ADBC7EF1B5}" dt="2025-02-20T09:12:05.260" v="949" actId="478"/>
          <ac:spMkLst>
            <pc:docMk/>
            <pc:sldMk cId="1185778061" sldId="480"/>
            <ac:spMk id="3" creationId="{2F7829E2-0CF8-46CF-AF01-20A33C8E83A6}"/>
          </ac:spMkLst>
        </pc:spChg>
      </pc:sldChg>
      <pc:sldChg chg="delSp modSp add del mod">
        <pc:chgData name="Gary Liu" userId="b16f92b927cd09ad" providerId="LiveId" clId="{BCB7B73C-0B57-49E2-A90E-27ADBC7EF1B5}" dt="2025-02-20T13:05:15.450" v="1973" actId="47"/>
        <pc:sldMkLst>
          <pc:docMk/>
          <pc:sldMk cId="4016939986" sldId="481"/>
        </pc:sldMkLst>
        <pc:spChg chg="mod">
          <ac:chgData name="Gary Liu" userId="b16f92b927cd09ad" providerId="LiveId" clId="{BCB7B73C-0B57-49E2-A90E-27ADBC7EF1B5}" dt="2025-02-20T09:12:28.776" v="980" actId="1076"/>
          <ac:spMkLst>
            <pc:docMk/>
            <pc:sldMk cId="4016939986" sldId="481"/>
            <ac:spMk id="2" creationId="{0D034841-7A72-426C-8571-E2D47D76EE07}"/>
          </ac:spMkLst>
        </pc:spChg>
        <pc:spChg chg="del">
          <ac:chgData name="Gary Liu" userId="b16f92b927cd09ad" providerId="LiveId" clId="{BCB7B73C-0B57-49E2-A90E-27ADBC7EF1B5}" dt="2025-02-20T09:12:23.065" v="952" actId="478"/>
          <ac:spMkLst>
            <pc:docMk/>
            <pc:sldMk cId="4016939986" sldId="481"/>
            <ac:spMk id="3" creationId="{75111D90-ED51-4A06-9641-F28275013F49}"/>
          </ac:spMkLst>
        </pc:spChg>
      </pc:sldChg>
      <pc:sldChg chg="delSp modSp add del mod">
        <pc:chgData name="Gary Liu" userId="b16f92b927cd09ad" providerId="LiveId" clId="{BCB7B73C-0B57-49E2-A90E-27ADBC7EF1B5}" dt="2025-02-20T13:05:15.640" v="1974" actId="47"/>
        <pc:sldMkLst>
          <pc:docMk/>
          <pc:sldMk cId="1558453274" sldId="482"/>
        </pc:sldMkLst>
        <pc:spChg chg="mod">
          <ac:chgData name="Gary Liu" userId="b16f92b927cd09ad" providerId="LiveId" clId="{BCB7B73C-0B57-49E2-A90E-27ADBC7EF1B5}" dt="2025-02-20T09:12:48.588" v="983" actId="1076"/>
          <ac:spMkLst>
            <pc:docMk/>
            <pc:sldMk cId="1558453274" sldId="482"/>
            <ac:spMk id="2" creationId="{AFFF8116-DA36-428C-B21E-C99216A2FB35}"/>
          </ac:spMkLst>
        </pc:spChg>
        <pc:spChg chg="del">
          <ac:chgData name="Gary Liu" userId="b16f92b927cd09ad" providerId="LiveId" clId="{BCB7B73C-0B57-49E2-A90E-27ADBC7EF1B5}" dt="2025-02-20T09:12:45.098" v="982" actId="478"/>
          <ac:spMkLst>
            <pc:docMk/>
            <pc:sldMk cId="1558453274" sldId="482"/>
            <ac:spMk id="3" creationId="{E9405E92-498D-4B56-B32B-A3CD3D0E4AF4}"/>
          </ac:spMkLst>
        </pc:spChg>
      </pc:sldChg>
      <pc:sldChg chg="delSp modSp add del mod">
        <pc:chgData name="Gary Liu" userId="b16f92b927cd09ad" providerId="LiveId" clId="{BCB7B73C-0B57-49E2-A90E-27ADBC7EF1B5}" dt="2025-02-20T13:14:31.945" v="1995" actId="478"/>
        <pc:sldMkLst>
          <pc:docMk/>
          <pc:sldMk cId="3798432546" sldId="483"/>
        </pc:sldMkLst>
        <pc:spChg chg="mod">
          <ac:chgData name="Gary Liu" userId="b16f92b927cd09ad" providerId="LiveId" clId="{BCB7B73C-0B57-49E2-A90E-27ADBC7EF1B5}" dt="2025-02-20T09:12:58.255" v="985" actId="1076"/>
          <ac:spMkLst>
            <pc:docMk/>
            <pc:sldMk cId="3798432546" sldId="483"/>
            <ac:spMk id="2" creationId="{958EA2A6-9387-4C2B-9305-B46C5FC39FC3}"/>
          </ac:spMkLst>
        </pc:spChg>
        <pc:spChg chg="del">
          <ac:chgData name="Gary Liu" userId="b16f92b927cd09ad" providerId="LiveId" clId="{BCB7B73C-0B57-49E2-A90E-27ADBC7EF1B5}" dt="2025-02-20T09:12:54.207" v="984" actId="478"/>
          <ac:spMkLst>
            <pc:docMk/>
            <pc:sldMk cId="3798432546" sldId="483"/>
            <ac:spMk id="3" creationId="{A5883E57-7C70-4365-9101-B138C9DD3B2F}"/>
          </ac:spMkLst>
        </pc:spChg>
        <pc:spChg chg="del">
          <ac:chgData name="Gary Liu" userId="b16f92b927cd09ad" providerId="LiveId" clId="{BCB7B73C-0B57-49E2-A90E-27ADBC7EF1B5}" dt="2025-02-20T13:14:31.945" v="1995" actId="478"/>
          <ac:spMkLst>
            <pc:docMk/>
            <pc:sldMk cId="3798432546" sldId="483"/>
            <ac:spMk id="24" creationId="{8F4C049B-7665-4DF7-99DA-36B304FCB822}"/>
          </ac:spMkLst>
        </pc:spChg>
        <pc:picChg chg="mod">
          <ac:chgData name="Gary Liu" userId="b16f92b927cd09ad" providerId="LiveId" clId="{BCB7B73C-0B57-49E2-A90E-27ADBC7EF1B5}" dt="2025-02-20T13:14:26.943" v="1994" actId="1076"/>
          <ac:picMkLst>
            <pc:docMk/>
            <pc:sldMk cId="3798432546" sldId="483"/>
            <ac:picMk id="17" creationId="{6D8B2189-F3A1-4064-BE9F-E1483827FBB3}"/>
          </ac:picMkLst>
        </pc:picChg>
      </pc:sldChg>
      <pc:sldChg chg="addSp delSp modSp add del mod">
        <pc:chgData name="Gary Liu" userId="b16f92b927cd09ad" providerId="LiveId" clId="{BCB7B73C-0B57-49E2-A90E-27ADBC7EF1B5}" dt="2025-02-20T13:05:16.025" v="1976" actId="47"/>
        <pc:sldMkLst>
          <pc:docMk/>
          <pc:sldMk cId="188880338" sldId="484"/>
        </pc:sldMkLst>
        <pc:spChg chg="mod">
          <ac:chgData name="Gary Liu" userId="b16f92b927cd09ad" providerId="LiveId" clId="{BCB7B73C-0B57-49E2-A90E-27ADBC7EF1B5}" dt="2025-02-20T11:00:05.424" v="997"/>
          <ac:spMkLst>
            <pc:docMk/>
            <pc:sldMk cId="188880338" sldId="484"/>
            <ac:spMk id="2" creationId="{958EA2A6-9387-4C2B-9305-B46C5FC39FC3}"/>
          </ac:spMkLst>
        </pc:spChg>
        <pc:spChg chg="del">
          <ac:chgData name="Gary Liu" userId="b16f92b927cd09ad" providerId="LiveId" clId="{BCB7B73C-0B57-49E2-A90E-27ADBC7EF1B5}" dt="2025-02-20T11:00:12.773" v="998" actId="478"/>
          <ac:spMkLst>
            <pc:docMk/>
            <pc:sldMk cId="188880338" sldId="484"/>
            <ac:spMk id="4" creationId="{E4BE379A-BC3B-4C28-A71D-7A8B4DE4D38E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5" creationId="{CB5BC0F5-DDAF-4049-9D4D-EF58EA8A9604}"/>
          </ac:spMkLst>
        </pc:spChg>
        <pc:spChg chg="add mod">
          <ac:chgData name="Gary Liu" userId="b16f92b927cd09ad" providerId="LiveId" clId="{BCB7B73C-0B57-49E2-A90E-27ADBC7EF1B5}" dt="2025-02-20T11:51:37.369" v="1390" actId="1076"/>
          <ac:spMkLst>
            <pc:docMk/>
            <pc:sldMk cId="188880338" sldId="484"/>
            <ac:spMk id="6" creationId="{9E08D9F4-09F5-1BA2-7775-057855E1DA8D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7" creationId="{57D0CFE0-D263-4622-8CC8-89E375B78425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8" creationId="{40740278-E6DC-4745-9EA5-DF2478D3B708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9" creationId="{8CDFBBB1-D2C2-4101-9DAB-1078B8007556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10" creationId="{B5C3A530-E92F-42E5-8ACB-B17D008C547E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11" creationId="{F1855BCA-ACFA-4820-B933-4EC018413C26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12" creationId="{9524AAA3-B5B1-4592-BD7B-4B6A82877058}"/>
          </ac:spMkLst>
        </pc:spChg>
        <pc:spChg chg="del">
          <ac:chgData name="Gary Liu" userId="b16f92b927cd09ad" providerId="LiveId" clId="{BCB7B73C-0B57-49E2-A90E-27ADBC7EF1B5}" dt="2025-02-20T11:00:58.662" v="1004" actId="478"/>
          <ac:spMkLst>
            <pc:docMk/>
            <pc:sldMk cId="188880338" sldId="484"/>
            <ac:spMk id="13" creationId="{0EF1DEB8-5BB1-4C7E-9AEB-D9FF4F66180C}"/>
          </ac:spMkLst>
        </pc:spChg>
        <pc:spChg chg="del">
          <ac:chgData name="Gary Liu" userId="b16f92b927cd09ad" providerId="LiveId" clId="{BCB7B73C-0B57-49E2-A90E-27ADBC7EF1B5}" dt="2025-02-20T11:00:17.853" v="1002" actId="478"/>
          <ac:spMkLst>
            <pc:docMk/>
            <pc:sldMk cId="188880338" sldId="484"/>
            <ac:spMk id="18" creationId="{29EE040D-A08D-4954-93C7-C8F4C65E05AA}"/>
          </ac:spMkLst>
        </pc:spChg>
        <pc:spChg chg="del">
          <ac:chgData name="Gary Liu" userId="b16f92b927cd09ad" providerId="LiveId" clId="{BCB7B73C-0B57-49E2-A90E-27ADBC7EF1B5}" dt="2025-02-20T11:00:17.853" v="1002" actId="478"/>
          <ac:spMkLst>
            <pc:docMk/>
            <pc:sldMk cId="188880338" sldId="484"/>
            <ac:spMk id="19" creationId="{9A502853-FABC-4C8F-A6A6-8C1DD46468FE}"/>
          </ac:spMkLst>
        </pc:spChg>
        <pc:spChg chg="del mod">
          <ac:chgData name="Gary Liu" userId="b16f92b927cd09ad" providerId="LiveId" clId="{BCB7B73C-0B57-49E2-A90E-27ADBC7EF1B5}" dt="2025-02-20T11:00:19.875" v="1003" actId="478"/>
          <ac:spMkLst>
            <pc:docMk/>
            <pc:sldMk cId="188880338" sldId="484"/>
            <ac:spMk id="22" creationId="{C8E9467A-0D78-47B1-B5F2-CBD86009109D}"/>
          </ac:spMkLst>
        </pc:spChg>
        <pc:spChg chg="del">
          <ac:chgData name="Gary Liu" userId="b16f92b927cd09ad" providerId="LiveId" clId="{BCB7B73C-0B57-49E2-A90E-27ADBC7EF1B5}" dt="2025-02-20T11:00:17.853" v="1002" actId="478"/>
          <ac:spMkLst>
            <pc:docMk/>
            <pc:sldMk cId="188880338" sldId="484"/>
            <ac:spMk id="24" creationId="{8F4C049B-7665-4DF7-99DA-36B304FCB822}"/>
          </ac:spMkLst>
        </pc:spChg>
        <pc:picChg chg="del">
          <ac:chgData name="Gary Liu" userId="b16f92b927cd09ad" providerId="LiveId" clId="{BCB7B73C-0B57-49E2-A90E-27ADBC7EF1B5}" dt="2025-02-20T11:00:14.194" v="999" actId="478"/>
          <ac:picMkLst>
            <pc:docMk/>
            <pc:sldMk cId="188880338" sldId="484"/>
            <ac:picMk id="15" creationId="{1687E688-0788-4A62-845C-6E035E8426FB}"/>
          </ac:picMkLst>
        </pc:picChg>
        <pc:picChg chg="del">
          <ac:chgData name="Gary Liu" userId="b16f92b927cd09ad" providerId="LiveId" clId="{BCB7B73C-0B57-49E2-A90E-27ADBC7EF1B5}" dt="2025-02-20T11:00:14.775" v="1000" actId="478"/>
          <ac:picMkLst>
            <pc:docMk/>
            <pc:sldMk cId="188880338" sldId="484"/>
            <ac:picMk id="17" creationId="{6D8B2189-F3A1-4064-BE9F-E1483827FBB3}"/>
          </ac:picMkLst>
        </pc:picChg>
      </pc:sldChg>
      <pc:sldChg chg="addSp delSp modSp add del mod">
        <pc:chgData name="Gary Liu" userId="b16f92b927cd09ad" providerId="LiveId" clId="{BCB7B73C-0B57-49E2-A90E-27ADBC7EF1B5}" dt="2025-02-20T13:05:16.235" v="1977" actId="47"/>
        <pc:sldMkLst>
          <pc:docMk/>
          <pc:sldMk cId="1597150682" sldId="485"/>
        </pc:sldMkLst>
        <pc:spChg chg="add">
          <ac:chgData name="Gary Liu" userId="b16f92b927cd09ad" providerId="LiveId" clId="{BCB7B73C-0B57-49E2-A90E-27ADBC7EF1B5}" dt="2025-02-20T11:04:31.989" v="1021"/>
          <ac:spMkLst>
            <pc:docMk/>
            <pc:sldMk cId="1597150682" sldId="485"/>
            <ac:spMk id="3" creationId="{05975472-1B56-3D90-477C-28A12E8D5596}"/>
          </ac:spMkLst>
        </pc:spChg>
        <pc:spChg chg="add mod">
          <ac:chgData name="Gary Liu" userId="b16f92b927cd09ad" providerId="LiveId" clId="{BCB7B73C-0B57-49E2-A90E-27ADBC7EF1B5}" dt="2025-02-20T12:29:33.487" v="1676" actId="20577"/>
          <ac:spMkLst>
            <pc:docMk/>
            <pc:sldMk cId="1597150682" sldId="485"/>
            <ac:spMk id="5" creationId="{4204A79F-7C5F-11A3-4E18-17DC65DBF3B5}"/>
          </ac:spMkLst>
        </pc:spChg>
        <pc:spChg chg="del">
          <ac:chgData name="Gary Liu" userId="b16f92b927cd09ad" providerId="LiveId" clId="{BCB7B73C-0B57-49E2-A90E-27ADBC7EF1B5}" dt="2025-02-20T11:04:27.710" v="1020" actId="478"/>
          <ac:spMkLst>
            <pc:docMk/>
            <pc:sldMk cId="1597150682" sldId="485"/>
            <ac:spMk id="6" creationId="{9E08D9F4-09F5-1BA2-7775-057855E1DA8D}"/>
          </ac:spMkLst>
        </pc:spChg>
        <pc:picChg chg="add del mod modCrop">
          <ac:chgData name="Gary Liu" userId="b16f92b927cd09ad" providerId="LiveId" clId="{BCB7B73C-0B57-49E2-A90E-27ADBC7EF1B5}" dt="2025-02-20T11:07:31.108" v="1029" actId="478"/>
          <ac:picMkLst>
            <pc:docMk/>
            <pc:sldMk cId="1597150682" sldId="485"/>
            <ac:picMk id="4" creationId="{D9194B14-55D9-46FF-89D1-6C0DF1EC9D96}"/>
          </ac:picMkLst>
        </pc:picChg>
      </pc:sldChg>
      <pc:sldChg chg="modSp add del mod">
        <pc:chgData name="Gary Liu" userId="b16f92b927cd09ad" providerId="LiveId" clId="{BCB7B73C-0B57-49E2-A90E-27ADBC7EF1B5}" dt="2025-02-20T14:05:14.565" v="2005"/>
        <pc:sldMkLst>
          <pc:docMk/>
          <pc:sldMk cId="2191638851" sldId="486"/>
        </pc:sldMkLst>
        <pc:spChg chg="mod">
          <ac:chgData name="Gary Liu" userId="b16f92b927cd09ad" providerId="LiveId" clId="{BCB7B73C-0B57-49E2-A90E-27ADBC7EF1B5}" dt="2025-02-20T14:05:14.565" v="2005"/>
          <ac:spMkLst>
            <pc:docMk/>
            <pc:sldMk cId="2191638851" sldId="486"/>
            <ac:spMk id="5" creationId="{4204A79F-7C5F-11A3-4E18-17DC65DBF3B5}"/>
          </ac:spMkLst>
        </pc:spChg>
      </pc:sldChg>
      <pc:sldChg chg="modSp add del mod">
        <pc:chgData name="Gary Liu" userId="b16f92b927cd09ad" providerId="LiveId" clId="{BCB7B73C-0B57-49E2-A90E-27ADBC7EF1B5}" dt="2025-02-20T14:20:59.384" v="2043" actId="20577"/>
        <pc:sldMkLst>
          <pc:docMk/>
          <pc:sldMk cId="159514187" sldId="487"/>
        </pc:sldMkLst>
        <pc:spChg chg="mod">
          <ac:chgData name="Gary Liu" userId="b16f92b927cd09ad" providerId="LiveId" clId="{BCB7B73C-0B57-49E2-A90E-27ADBC7EF1B5}" dt="2025-02-20T14:20:59.384" v="2043" actId="20577"/>
          <ac:spMkLst>
            <pc:docMk/>
            <pc:sldMk cId="159514187" sldId="487"/>
            <ac:spMk id="5" creationId="{4204A79F-7C5F-11A3-4E18-17DC65DBF3B5}"/>
          </ac:spMkLst>
        </pc:spChg>
      </pc:sldChg>
      <pc:sldChg chg="modSp add del mod">
        <pc:chgData name="Gary Liu" userId="b16f92b927cd09ad" providerId="LiveId" clId="{BCB7B73C-0B57-49E2-A90E-27ADBC7EF1B5}" dt="2025-02-20T11:51:59.676" v="1391" actId="47"/>
        <pc:sldMkLst>
          <pc:docMk/>
          <pc:sldMk cId="127354376" sldId="488"/>
        </pc:sldMkLst>
        <pc:spChg chg="mod">
          <ac:chgData name="Gary Liu" userId="b16f92b927cd09ad" providerId="LiveId" clId="{BCB7B73C-0B57-49E2-A90E-27ADBC7EF1B5}" dt="2025-02-20T11:50:35.982" v="1365" actId="20577"/>
          <ac:spMkLst>
            <pc:docMk/>
            <pc:sldMk cId="127354376" sldId="488"/>
            <ac:spMk id="6" creationId="{9E08D9F4-09F5-1BA2-7775-057855E1DA8D}"/>
          </ac:spMkLst>
        </pc:spChg>
      </pc:sldChg>
      <pc:sldChg chg="modSp add del mod modAnim">
        <pc:chgData name="Gary Liu" userId="b16f92b927cd09ad" providerId="LiveId" clId="{BCB7B73C-0B57-49E2-A90E-27ADBC7EF1B5}" dt="2025-02-20T14:26:45.533" v="2071"/>
        <pc:sldMkLst>
          <pc:docMk/>
          <pc:sldMk cId="1612730906" sldId="488"/>
        </pc:sldMkLst>
        <pc:spChg chg="mod">
          <ac:chgData name="Gary Liu" userId="b16f92b927cd09ad" providerId="LiveId" clId="{BCB7B73C-0B57-49E2-A90E-27ADBC7EF1B5}" dt="2025-02-20T11:57:12.850" v="1458"/>
          <ac:spMkLst>
            <pc:docMk/>
            <pc:sldMk cId="1612730906" sldId="488"/>
            <ac:spMk id="6" creationId="{00000000-0000-0000-0000-000000000000}"/>
          </ac:spMkLst>
        </pc:spChg>
        <pc:spChg chg="mod">
          <ac:chgData name="Gary Liu" userId="b16f92b927cd09ad" providerId="LiveId" clId="{BCB7B73C-0B57-49E2-A90E-27ADBC7EF1B5}" dt="2025-02-20T12:00:48.579" v="1501"/>
          <ac:spMkLst>
            <pc:docMk/>
            <pc:sldMk cId="1612730906" sldId="488"/>
            <ac:spMk id="7" creationId="{88DCF228-8896-491A-8C7D-A71BA45B5513}"/>
          </ac:spMkLst>
        </pc:spChg>
        <pc:spChg chg="mod">
          <ac:chgData name="Gary Liu" userId="b16f92b927cd09ad" providerId="LiveId" clId="{BCB7B73C-0B57-49E2-A90E-27ADBC7EF1B5}" dt="2025-02-20T11:59:05.574" v="1493" actId="20577"/>
          <ac:spMkLst>
            <pc:docMk/>
            <pc:sldMk cId="1612730906" sldId="488"/>
            <ac:spMk id="9" creationId="{00000000-0000-0000-0000-000000000000}"/>
          </ac:spMkLst>
        </pc:spChg>
      </pc:sldChg>
      <pc:sldChg chg="new del">
        <pc:chgData name="Gary Liu" userId="b16f92b927cd09ad" providerId="LiveId" clId="{BCB7B73C-0B57-49E2-A90E-27ADBC7EF1B5}" dt="2025-02-20T12:01:07.533" v="1510" actId="680"/>
        <pc:sldMkLst>
          <pc:docMk/>
          <pc:sldMk cId="433327465" sldId="489"/>
        </pc:sldMkLst>
      </pc:sldChg>
      <pc:sldChg chg="modSp add del mod modAnim">
        <pc:chgData name="Gary Liu" userId="b16f92b927cd09ad" providerId="LiveId" clId="{BCB7B73C-0B57-49E2-A90E-27ADBC7EF1B5}" dt="2025-02-20T14:26:55.387" v="2076"/>
        <pc:sldMkLst>
          <pc:docMk/>
          <pc:sldMk cId="1486188470" sldId="489"/>
        </pc:sldMkLst>
        <pc:spChg chg="mod">
          <ac:chgData name="Gary Liu" userId="b16f92b927cd09ad" providerId="LiveId" clId="{BCB7B73C-0B57-49E2-A90E-27ADBC7EF1B5}" dt="2025-02-20T12:23:19.192" v="1648" actId="20577"/>
          <ac:spMkLst>
            <pc:docMk/>
            <pc:sldMk cId="1486188470" sldId="489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20T12:23:01.819" v="1647" actId="1037"/>
          <ac:spMkLst>
            <pc:docMk/>
            <pc:sldMk cId="1486188470" sldId="489"/>
            <ac:spMk id="3" creationId="{92F96E89-757D-2BA8-0B38-2474F9507FB9}"/>
          </ac:spMkLst>
        </pc:spChg>
        <pc:spChg chg="mod">
          <ac:chgData name="Gary Liu" userId="b16f92b927cd09ad" providerId="LiveId" clId="{BCB7B73C-0B57-49E2-A90E-27ADBC7EF1B5}" dt="2025-02-20T12:23:01.819" v="1647" actId="1037"/>
          <ac:spMkLst>
            <pc:docMk/>
            <pc:sldMk cId="1486188470" sldId="489"/>
            <ac:spMk id="15" creationId="{6FA2EBBE-51A8-8A7A-41AB-9C02607F3C7B}"/>
          </ac:spMkLst>
        </pc:spChg>
        <pc:picChg chg="mod">
          <ac:chgData name="Gary Liu" userId="b16f92b927cd09ad" providerId="LiveId" clId="{BCB7B73C-0B57-49E2-A90E-27ADBC7EF1B5}" dt="2025-02-20T12:22:54.628" v="1624" actId="1076"/>
          <ac:picMkLst>
            <pc:docMk/>
            <pc:sldMk cId="1486188470" sldId="489"/>
            <ac:picMk id="3076" creationId="{1024DCBD-F55A-7760-68AB-5BE0E1B992DA}"/>
          </ac:picMkLst>
        </pc:picChg>
      </pc:sldChg>
      <pc:sldChg chg="modSp add del mod modAnim">
        <pc:chgData name="Gary Liu" userId="b16f92b927cd09ad" providerId="LiveId" clId="{BCB7B73C-0B57-49E2-A90E-27ADBC7EF1B5}" dt="2025-02-20T14:26:57.207" v="2077"/>
        <pc:sldMkLst>
          <pc:docMk/>
          <pc:sldMk cId="193401790" sldId="490"/>
        </pc:sldMkLst>
        <pc:spChg chg="mod">
          <ac:chgData name="Gary Liu" userId="b16f92b927cd09ad" providerId="LiveId" clId="{BCB7B73C-0B57-49E2-A90E-27ADBC7EF1B5}" dt="2025-02-20T12:26:25.781" v="1673" actId="20577"/>
          <ac:spMkLst>
            <pc:docMk/>
            <pc:sldMk cId="193401790" sldId="490"/>
            <ac:spMk id="2" creationId="{00000000-0000-0000-0000-000000000000}"/>
          </ac:spMkLst>
        </pc:spChg>
        <pc:spChg chg="mod">
          <ac:chgData name="Gary Liu" userId="b16f92b927cd09ad" providerId="LiveId" clId="{BCB7B73C-0B57-49E2-A90E-27ADBC7EF1B5}" dt="2025-02-20T12:40:24.725" v="1686" actId="14100"/>
          <ac:spMkLst>
            <pc:docMk/>
            <pc:sldMk cId="193401790" sldId="490"/>
            <ac:spMk id="3" creationId="{92F96E89-757D-2BA8-0B38-2474F9507FB9}"/>
          </ac:spMkLst>
        </pc:spChg>
        <pc:spChg chg="mod">
          <ac:chgData name="Gary Liu" userId="b16f92b927cd09ad" providerId="LiveId" clId="{BCB7B73C-0B57-49E2-A90E-27ADBC7EF1B5}" dt="2025-02-20T12:40:27.376" v="1687" actId="1076"/>
          <ac:spMkLst>
            <pc:docMk/>
            <pc:sldMk cId="193401790" sldId="490"/>
            <ac:spMk id="15" creationId="{6FA2EBBE-51A8-8A7A-41AB-9C02607F3C7B}"/>
          </ac:spMkLst>
        </pc:spChg>
      </pc:sldChg>
      <pc:sldChg chg="delSp modSp add del mod modAnim">
        <pc:chgData name="Gary Liu" userId="b16f92b927cd09ad" providerId="LiveId" clId="{BCB7B73C-0B57-49E2-A90E-27ADBC7EF1B5}" dt="2025-02-20T14:27:01.614" v="2079"/>
        <pc:sldMkLst>
          <pc:docMk/>
          <pc:sldMk cId="3189989555" sldId="491"/>
        </pc:sldMkLst>
        <pc:spChg chg="mod">
          <ac:chgData name="Gary Liu" userId="b16f92b927cd09ad" providerId="LiveId" clId="{BCB7B73C-0B57-49E2-A90E-27ADBC7EF1B5}" dt="2025-02-20T12:42:08.030" v="1729"/>
          <ac:spMkLst>
            <pc:docMk/>
            <pc:sldMk cId="3189989555" sldId="491"/>
            <ac:spMk id="2" creationId="{00000000-0000-0000-0000-000000000000}"/>
          </ac:spMkLst>
        </pc:spChg>
        <pc:spChg chg="del">
          <ac:chgData name="Gary Liu" userId="b16f92b927cd09ad" providerId="LiveId" clId="{BCB7B73C-0B57-49E2-A90E-27ADBC7EF1B5}" dt="2025-02-20T12:41:09.794" v="1693" actId="478"/>
          <ac:spMkLst>
            <pc:docMk/>
            <pc:sldMk cId="3189989555" sldId="491"/>
            <ac:spMk id="3" creationId="{92F96E89-757D-2BA8-0B38-2474F9507FB9}"/>
          </ac:spMkLst>
        </pc:spChg>
        <pc:spChg chg="mod">
          <ac:chgData name="Gary Liu" userId="b16f92b927cd09ad" providerId="LiveId" clId="{BCB7B73C-0B57-49E2-A90E-27ADBC7EF1B5}" dt="2025-02-20T12:41:13.179" v="1694" actId="1076"/>
          <ac:spMkLst>
            <pc:docMk/>
            <pc:sldMk cId="3189989555" sldId="491"/>
            <ac:spMk id="15" creationId="{6FA2EBBE-51A8-8A7A-41AB-9C02607F3C7B}"/>
          </ac:spMkLst>
        </pc:spChg>
      </pc:sldChg>
      <pc:sldChg chg="addSp modSp add del mod modAnim modNotesTx">
        <pc:chgData name="Gary Liu" userId="b16f92b927cd09ad" providerId="LiveId" clId="{BCB7B73C-0B57-49E2-A90E-27ADBC7EF1B5}" dt="2025-02-20T14:26:58.902" v="2078"/>
        <pc:sldMkLst>
          <pc:docMk/>
          <pc:sldMk cId="955772766" sldId="492"/>
        </pc:sldMkLst>
        <pc:spChg chg="mod">
          <ac:chgData name="Gary Liu" userId="b16f92b927cd09ad" providerId="LiveId" clId="{BCB7B73C-0B57-49E2-A90E-27ADBC7EF1B5}" dt="2025-02-20T14:20:16.470" v="2041" actId="1076"/>
          <ac:spMkLst>
            <pc:docMk/>
            <pc:sldMk cId="955772766" sldId="492"/>
            <ac:spMk id="2" creationId="{00000000-0000-0000-0000-000000000000}"/>
          </ac:spMkLst>
        </pc:spChg>
        <pc:spChg chg="add mod">
          <ac:chgData name="Gary Liu" userId="b16f92b927cd09ad" providerId="LiveId" clId="{BCB7B73C-0B57-49E2-A90E-27ADBC7EF1B5}" dt="2025-02-20T14:20:16.470" v="2041" actId="1076"/>
          <ac:spMkLst>
            <pc:docMk/>
            <pc:sldMk cId="955772766" sldId="492"/>
            <ac:spMk id="4" creationId="{7DCCB997-ECE3-7952-6FC7-3DCB8C5087BF}"/>
          </ac:spMkLst>
        </pc:spChg>
      </pc:sldChg>
      <pc:sldChg chg="addSp delSp modSp add del mod modAnim modNotesTx">
        <pc:chgData name="Gary Liu" userId="b16f92b927cd09ad" providerId="LiveId" clId="{BCB7B73C-0B57-49E2-A90E-27ADBC7EF1B5}" dt="2025-02-20T14:20:49.585" v="2042" actId="47"/>
        <pc:sldMkLst>
          <pc:docMk/>
          <pc:sldMk cId="1424350736" sldId="493"/>
        </pc:sldMkLst>
        <pc:spChg chg="mod">
          <ac:chgData name="Gary Liu" userId="b16f92b927cd09ad" providerId="LiveId" clId="{BCB7B73C-0B57-49E2-A90E-27ADBC7EF1B5}" dt="2025-02-20T14:20:04.870" v="2038" actId="21"/>
          <ac:spMkLst>
            <pc:docMk/>
            <pc:sldMk cId="1424350736" sldId="493"/>
            <ac:spMk id="2" creationId="{00000000-0000-0000-0000-000000000000}"/>
          </ac:spMkLst>
        </pc:spChg>
        <pc:spChg chg="add del">
          <ac:chgData name="Gary Liu" userId="b16f92b927cd09ad" providerId="LiveId" clId="{BCB7B73C-0B57-49E2-A90E-27ADBC7EF1B5}" dt="2025-02-20T12:46:04.042" v="1754" actId="478"/>
          <ac:spMkLst>
            <pc:docMk/>
            <pc:sldMk cId="1424350736" sldId="493"/>
            <ac:spMk id="12" creationId="{11680E2D-75A5-F4CF-3015-E075AFDF499F}"/>
          </ac:spMkLst>
        </pc:spChg>
        <pc:spChg chg="del">
          <ac:chgData name="Gary Liu" userId="b16f92b927cd09ad" providerId="LiveId" clId="{BCB7B73C-0B57-49E2-A90E-27ADBC7EF1B5}" dt="2025-02-20T12:59:10.652" v="1837" actId="478"/>
          <ac:spMkLst>
            <pc:docMk/>
            <pc:sldMk cId="1424350736" sldId="493"/>
            <ac:spMk id="15" creationId="{6FA2EBBE-51A8-8A7A-41AB-9C02607F3C7B}"/>
          </ac:spMkLst>
        </pc:spChg>
        <pc:picChg chg="del">
          <ac:chgData name="Gary Liu" userId="b16f92b927cd09ad" providerId="LiveId" clId="{BCB7B73C-0B57-49E2-A90E-27ADBC7EF1B5}" dt="2025-02-20T12:47:40.853" v="1802" actId="478"/>
          <ac:picMkLst>
            <pc:docMk/>
            <pc:sldMk cId="1424350736" sldId="493"/>
            <ac:picMk id="3076" creationId="{1024DCBD-F55A-7760-68AB-5BE0E1B992DA}"/>
          </ac:picMkLst>
        </pc:picChg>
      </pc:sldChg>
      <pc:sldChg chg="modSp add mod">
        <pc:chgData name="Gary Liu" userId="b16f92b927cd09ad" providerId="LiveId" clId="{BCB7B73C-0B57-49E2-A90E-27ADBC7EF1B5}" dt="2025-02-20T14:21:31.839" v="2066" actId="12788"/>
        <pc:sldMkLst>
          <pc:docMk/>
          <pc:sldMk cId="2609563916" sldId="493"/>
        </pc:sldMkLst>
        <pc:spChg chg="mod">
          <ac:chgData name="Gary Liu" userId="b16f92b927cd09ad" providerId="LiveId" clId="{BCB7B73C-0B57-49E2-A90E-27ADBC7EF1B5}" dt="2025-02-20T14:21:31.839" v="2066" actId="12788"/>
          <ac:spMkLst>
            <pc:docMk/>
            <pc:sldMk cId="2609563916" sldId="493"/>
            <ac:spMk id="5" creationId="{4204A79F-7C5F-11A3-4E18-17DC65DBF3B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BDEDB-299D-9148-8C5C-A2030ACD8524}" type="datetimeFigureOut">
              <a:rPr kumimoji="1" lang="zh-CN" altLang="en-US" smtClean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2025/2/27</a:t>
            </a:fld>
            <a:endParaRPr kumimoji="1"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452F3-F1E5-974F-9BD4-E27A21125525}" type="slidenum">
              <a:rPr kumimoji="1" lang="zh-CN" altLang="en-US" smtClean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‹#›</a:t>
            </a:fld>
            <a:endParaRPr kumimoji="1"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fld id="{C9BDC6B8-295A-9748-9865-9913C496190C}" type="datetimeFigureOut">
              <a:rPr kumimoji="1" lang="zh-CN" altLang="en-US" smtClean="0"/>
              <a:pPr/>
              <a:t>2025/2/27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fld id="{70C04D7F-A824-E34D-8468-7CB478FC0BD7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方正小标宋简体" panose="02010601030101010101" pitchFamily="2" charset="-122"/>
        <a:ea typeface="方正小标宋简体" panose="02010601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04D7F-A824-E34D-8468-7CB478FC0BD7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0783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FABC47A4-756D-490B-A52F-7D9E2C9FC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方正小标宋简体" panose="02010601030101010101" pitchFamily="2" charset="-122"/>
                <a:ea typeface="方正小标宋简体" panose="0201060103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0" y="6571441"/>
            <a:ext cx="12192000" cy="288000"/>
          </a:xfrm>
          <a:prstGeom prst="rect">
            <a:avLst/>
          </a:prstGeom>
          <a:pattFill prst="ltUpDiag">
            <a:fgClr>
              <a:schemeClr val="tx1"/>
            </a:fgClr>
            <a:bgClr>
              <a:srgbClr val="16263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B7825B-FAB0-4210-8121-79BBEB38323C}"/>
              </a:ext>
            </a:extLst>
          </p:cNvPr>
          <p:cNvSpPr/>
          <p:nvPr userDrawn="1"/>
        </p:nvSpPr>
        <p:spPr>
          <a:xfrm>
            <a:off x="0" y="101325"/>
            <a:ext cx="10188388" cy="733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116B21-1819-4B69-94D2-0E4907791C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9262" y="41565"/>
            <a:ext cx="936000" cy="936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74000">
              <a:schemeClr val="bg1">
                <a:lumMod val="8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方正小标宋简体" panose="02010601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方正小标宋简体" panose="02010601030101010101" pitchFamily="2" charset="-122"/>
          <a:ea typeface="方正小标宋简体" panose="02010601030101010101" pitchFamily="2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chemeClr val="bg1">
                <a:lumMod val="8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9" name="标题占位符 28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scv/riscv-gnu-toolchain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qemu.org/git/qemu.git" TargetMode="Externa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occ.t-head.cn/community/download?id=636946310057951232" TargetMode="Externa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F0BB9945-EA3D-464C-82CB-57C844A8F60E}"/>
              </a:ext>
            </a:extLst>
          </p:cNvPr>
          <p:cNvSpPr txBox="1">
            <a:spLocks/>
          </p:cNvSpPr>
          <p:nvPr/>
        </p:nvSpPr>
        <p:spPr>
          <a:xfrm>
            <a:off x="1697377" y="2383746"/>
            <a:ext cx="8797245" cy="1567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体系结构仿真器简介及</a:t>
            </a:r>
            <a:endParaRPr lang="en-US" altLang="zh-CN" sz="4800" dirty="0">
              <a:solidFill>
                <a:schemeClr val="tx1"/>
              </a:solidFill>
              <a:latin typeface="Times New Roman" panose="02020603050405020304" pitchFamily="18" charset="0"/>
              <a:ea typeface="方正小标宋简体" panose="02010601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4800" dirty="0">
                <a:solidFill>
                  <a:schemeClr val="tx1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RISC-V QEMU</a:t>
            </a:r>
            <a:r>
              <a:rPr lang="zh-CN" alt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工具安装方法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360E12-FEAB-4F12-8444-7A6203BC4A85}"/>
              </a:ext>
            </a:extLst>
          </p:cNvPr>
          <p:cNvSpPr/>
          <p:nvPr/>
        </p:nvSpPr>
        <p:spPr>
          <a:xfrm>
            <a:off x="2" y="634667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F3FCB3-2C3B-4013-A4AA-52F66370C76F}"/>
              </a:ext>
            </a:extLst>
          </p:cNvPr>
          <p:cNvSpPr/>
          <p:nvPr/>
        </p:nvSpPr>
        <p:spPr>
          <a:xfrm>
            <a:off x="3942826" y="634667"/>
            <a:ext cx="8249173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0B35C9-FEB7-4D79-9B41-E8824BAB907E}"/>
              </a:ext>
            </a:extLst>
          </p:cNvPr>
          <p:cNvCxnSpPr/>
          <p:nvPr/>
        </p:nvCxnSpPr>
        <p:spPr>
          <a:xfrm>
            <a:off x="3045172" y="4079572"/>
            <a:ext cx="560128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 descr="三维动画制作公司-宣传片制作公司-上海简凡数字传媒">
            <a:extLst>
              <a:ext uri="{FF2B5EF4-FFF2-40B4-BE49-F238E27FC236}">
                <a16:creationId xmlns:a16="http://schemas.microsoft.com/office/drawing/2014/main" id="{D7668101-EF06-4DC9-A9C3-5FCB3C65C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499" y="40358"/>
            <a:ext cx="2700000" cy="14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35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59999" y="1879065"/>
            <a:ext cx="8956663" cy="5557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000" b="1" dirty="0">
                <a:latin typeface="Times New Roman" panose="02020603050405020304" pitchFamily="18" charset="0"/>
                <a:ea typeface="方正小标宋简体" panose="02010601030101010101" pitchFamily="2" charset="-122"/>
              </a:rPr>
              <a:t>本节提要</a:t>
            </a:r>
            <a:endParaRPr kumimoji="1" lang="en-US" altLang="zh-CN" sz="3000" b="1" dirty="0">
              <a:latin typeface="Times New Roman" panose="02020603050405020304" pitchFamily="18" charset="0"/>
              <a:ea typeface="方正小标宋简体" panose="02010601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DCF228-8896-491A-8C7D-A71BA45B5513}"/>
              </a:ext>
            </a:extLst>
          </p:cNvPr>
          <p:cNvSpPr txBox="1"/>
          <p:nvPr/>
        </p:nvSpPr>
        <p:spPr>
          <a:xfrm>
            <a:off x="1259999" y="2020461"/>
            <a:ext cx="6096000" cy="211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kumimoji="1" lang="en-US" altLang="zh-CN" sz="2400" b="1" dirty="0">
              <a:latin typeface="Times New Roman" panose="02020603050405020304" pitchFamily="18" charset="0"/>
              <a:ea typeface="方正小标宋简体" panose="02010601030101010101" pitchFamily="2" charset="-122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kumimoji="1" lang="en-US" altLang="zh-CN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GDB</a:t>
            </a:r>
            <a:r>
              <a:rPr kumimoji="1" lang="zh-CN" altLang="en-US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介绍</a:t>
            </a:r>
            <a:endParaRPr kumimoji="1" lang="en-US" altLang="zh-CN" sz="2400" dirty="0">
              <a:latin typeface="Times New Roman" panose="02020603050405020304" pitchFamily="18" charset="0"/>
              <a:ea typeface="方正小标宋简体" panose="02010601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kumimoji="1" lang="en-US" altLang="zh-CN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RISC-V GNU</a:t>
            </a:r>
            <a:r>
              <a:rPr kumimoji="1" lang="zh-CN" altLang="en-US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工具链介绍与安装</a:t>
            </a:r>
            <a:endParaRPr kumimoji="1" lang="en-US" altLang="zh-CN" sz="2400" dirty="0">
              <a:latin typeface="Times New Roman" panose="02020603050405020304" pitchFamily="18" charset="0"/>
              <a:ea typeface="方正小标宋简体" panose="02010601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体系结构模拟器</a:t>
            </a:r>
            <a:r>
              <a:rPr kumimoji="1" lang="en-US" altLang="zh-CN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QEMU</a:t>
            </a:r>
            <a:r>
              <a:rPr kumimoji="1" lang="zh-CN" altLang="en-US" sz="2400" dirty="0"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介绍与安装</a:t>
            </a:r>
          </a:p>
        </p:txBody>
      </p:sp>
    </p:spTree>
    <p:extLst>
      <p:ext uri="{BB962C8B-B14F-4D97-AF65-F5344CB8AC3E}">
        <p14:creationId xmlns:p14="http://schemas.microsoft.com/office/powerpoint/2010/main" val="154997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7554704-505A-4C58-9D3D-14F519671ECB}"/>
              </a:ext>
            </a:extLst>
          </p:cNvPr>
          <p:cNvSpPr/>
          <p:nvPr/>
        </p:nvSpPr>
        <p:spPr>
          <a:xfrm>
            <a:off x="388417" y="1245050"/>
            <a:ext cx="7177635" cy="10447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AE52163-3BBE-4F0B-A47A-16D69212EAB2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介绍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CEA799-87D0-4223-B3B9-AC5E8DAA70DE}"/>
              </a:ext>
            </a:extLst>
          </p:cNvPr>
          <p:cNvSpPr txBox="1"/>
          <p:nvPr/>
        </p:nvSpPr>
        <p:spPr>
          <a:xfrm>
            <a:off x="509016" y="1395268"/>
            <a:ext cx="6837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GNU</a:t>
            </a:r>
            <a:r>
              <a:rPr kumimoji="1" lang="zh-CN" altLang="en-US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环境包括</a:t>
            </a:r>
            <a:r>
              <a:rPr kumimoji="1" lang="en-US" altLang="zh-CN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EMAC</a:t>
            </a:r>
            <a:r>
              <a:rPr kumimoji="1" lang="zh-CN" altLang="en-US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编辑器、</a:t>
            </a:r>
            <a:r>
              <a:rPr kumimoji="1" lang="en-US" altLang="zh-CN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GCC</a:t>
            </a:r>
            <a:r>
              <a:rPr kumimoji="1" lang="zh-CN" altLang="en-US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编译器、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调试器</a:t>
            </a:r>
            <a:r>
              <a:rPr kumimoji="1" lang="zh-CN" altLang="en-US" sz="2000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、汇编器、链接器、处理二进制文件的工具以及其他一些部件。</a:t>
            </a:r>
            <a:endParaRPr lang="zh-CN" altLang="en-US" sz="20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5104D9-DECE-479C-9AAE-3069A7F12F42}"/>
              </a:ext>
            </a:extLst>
          </p:cNvPr>
          <p:cNvCxnSpPr>
            <a:cxnSpLocks/>
          </p:cNvCxnSpPr>
          <p:nvPr/>
        </p:nvCxnSpPr>
        <p:spPr>
          <a:xfrm>
            <a:off x="420786" y="1316274"/>
            <a:ext cx="0" cy="87638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2D69DE3-1F73-4C97-BE10-33C2A55F0F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99" y="901678"/>
            <a:ext cx="1662690" cy="162490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8E3530-3BCF-4FA6-8A58-C065C6866E95}"/>
              </a:ext>
            </a:extLst>
          </p:cNvPr>
          <p:cNvSpPr txBox="1"/>
          <p:nvPr/>
        </p:nvSpPr>
        <p:spPr>
          <a:xfrm>
            <a:off x="420787" y="2764363"/>
            <a:ext cx="10689578" cy="361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环境中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的调试工具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ugger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），是一款被广泛使用的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调试软件。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EAFFCF-62D8-4960-A5D1-672C68D966DF}"/>
              </a:ext>
            </a:extLst>
          </p:cNvPr>
          <p:cNvSpPr txBox="1"/>
          <p:nvPr/>
        </p:nvSpPr>
        <p:spPr>
          <a:xfrm>
            <a:off x="-1" y="3327527"/>
            <a:ext cx="3488499" cy="429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127000" latinLnBrk="1">
              <a:lnSpc>
                <a:spcPct val="120000"/>
              </a:lnSpc>
              <a:tabLst>
                <a:tab pos="304800" algn="l"/>
              </a:tabLst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gdb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-help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3B597ED-5E5D-4D53-86B1-C3C65CF0D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62" y="3363271"/>
            <a:ext cx="7171676" cy="311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8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DF787-14A7-4729-9CAC-190B8BE561F3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C9D1C2-A036-437F-ADF0-34C3EAAC3331}"/>
              </a:ext>
            </a:extLst>
          </p:cNvPr>
          <p:cNvSpPr txBox="1"/>
          <p:nvPr/>
        </p:nvSpPr>
        <p:spPr>
          <a:xfrm>
            <a:off x="417277" y="1089792"/>
            <a:ext cx="2662099" cy="369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生成调试符号表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120C1E-4596-4DA5-B51D-47D082CE68C5}"/>
              </a:ext>
            </a:extLst>
          </p:cNvPr>
          <p:cNvSpPr txBox="1"/>
          <p:nvPr/>
        </p:nvSpPr>
        <p:spPr>
          <a:xfrm>
            <a:off x="532506" y="1683894"/>
            <a:ext cx="8732518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默认情况下，经过编译后的二进制文件中不保留源码中的符号信息。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调试时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我们希望得到在较高的层次检测程序的状态，如：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观察变量值的变化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跟踪函数的执行情况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F08B24-0AF8-4045-B3FF-6556182288A2}"/>
              </a:ext>
            </a:extLst>
          </p:cNvPr>
          <p:cNvSpPr txBox="1"/>
          <p:nvPr/>
        </p:nvSpPr>
        <p:spPr>
          <a:xfrm>
            <a:off x="174811" y="4101335"/>
            <a:ext cx="6273054" cy="429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127000" latinLnBrk="1">
              <a:lnSpc>
                <a:spcPct val="120000"/>
              </a:lnSpc>
              <a:tabLst>
                <a:tab pos="304800" algn="l"/>
              </a:tabLst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-g  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source_filename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-o  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executable_filename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577EC6-563A-4BE1-856A-45F05267AABB}"/>
              </a:ext>
            </a:extLst>
          </p:cNvPr>
          <p:cNvSpPr/>
          <p:nvPr/>
        </p:nvSpPr>
        <p:spPr>
          <a:xfrm>
            <a:off x="1243039" y="4208929"/>
            <a:ext cx="322729" cy="321819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269D76-3B63-452B-8167-E37D2A018B64}"/>
              </a:ext>
            </a:extLst>
          </p:cNvPr>
          <p:cNvSpPr txBox="1"/>
          <p:nvPr/>
        </p:nvSpPr>
        <p:spPr>
          <a:xfrm>
            <a:off x="532507" y="4854389"/>
            <a:ext cx="9693981" cy="761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编译器会为二进制文件保留一个调试符号表（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.debug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段），包含局部变量定义和类型定义、程序定义和引用的全局变量、以及原始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源文件信息（包含其路径）。</a:t>
            </a:r>
          </a:p>
        </p:txBody>
      </p:sp>
    </p:spTree>
    <p:extLst>
      <p:ext uri="{BB962C8B-B14F-4D97-AF65-F5344CB8AC3E}">
        <p14:creationId xmlns:p14="http://schemas.microsoft.com/office/powerpoint/2010/main" val="421212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E2C6B-2C48-4943-838C-CD770438823A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842C7F-AC37-4AC8-82BB-F01913229877}"/>
              </a:ext>
            </a:extLst>
          </p:cNvPr>
          <p:cNvSpPr txBox="1"/>
          <p:nvPr/>
        </p:nvSpPr>
        <p:spPr>
          <a:xfrm>
            <a:off x="417277" y="1089792"/>
            <a:ext cx="4121105" cy="361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示例程序：最大公约数（</a:t>
            </a:r>
            <a:r>
              <a:rPr kumimoji="1" lang="en-US" altLang="zh-CN" sz="2000" b="1" dirty="0" err="1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1900837-3F25-4965-930F-D2B559E5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6" y="1718747"/>
            <a:ext cx="5678723" cy="44061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786B777-50BF-4F6E-BAA0-D86EA5FD0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299" y="1718747"/>
            <a:ext cx="3325326" cy="32902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97AA65E-7340-4820-9393-67C9EA5B7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345" y="5782818"/>
            <a:ext cx="7180536" cy="6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0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2C308-74AD-4651-AACB-FAAB3B80BA11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常用命令：启动调试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937560-ABE7-4D1F-A3D2-0D3046665060}"/>
              </a:ext>
            </a:extLst>
          </p:cNvPr>
          <p:cNvSpPr txBox="1"/>
          <p:nvPr/>
        </p:nvSpPr>
        <p:spPr>
          <a:xfrm>
            <a:off x="417277" y="1634596"/>
            <a:ext cx="1348893" cy="3715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list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8D972C-D67A-42BF-B501-FD7DD957E2BF}"/>
              </a:ext>
            </a:extLst>
          </p:cNvPr>
          <p:cNvSpPr txBox="1"/>
          <p:nvPr/>
        </p:nvSpPr>
        <p:spPr>
          <a:xfrm>
            <a:off x="1167451" y="1045578"/>
            <a:ext cx="3488499" cy="429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127000" latinLnBrk="1">
              <a:lnSpc>
                <a:spcPct val="120000"/>
              </a:lnSpc>
              <a:tabLst>
                <a:tab pos="304800" algn="l"/>
              </a:tabLst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gdb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example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6C3AC3-FC51-47FA-8464-93714317AAB4}"/>
              </a:ext>
            </a:extLst>
          </p:cNvPr>
          <p:cNvSpPr txBox="1"/>
          <p:nvPr/>
        </p:nvSpPr>
        <p:spPr>
          <a:xfrm>
            <a:off x="417277" y="1097773"/>
            <a:ext cx="904094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AD8E24-E336-483D-9921-BF9807DDD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41" y="2578546"/>
            <a:ext cx="4074041" cy="22827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70667E4-ABCA-4EDD-AECE-91C2B6C86379}"/>
              </a:ext>
            </a:extLst>
          </p:cNvPr>
          <p:cNvSpPr txBox="1"/>
          <p:nvPr/>
        </p:nvSpPr>
        <p:spPr>
          <a:xfrm>
            <a:off x="417276" y="4975589"/>
            <a:ext cx="6502312" cy="1405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默认显示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行，随后按回车可以查看后续代码。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更多用法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 &lt;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linenum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显示行号为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附近的源代码。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 &lt;function&gt;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显示函数名为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的函数附近的源代码。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019B86-C367-40C9-9794-5FA546956A7D}"/>
              </a:ext>
            </a:extLst>
          </p:cNvPr>
          <p:cNvSpPr txBox="1"/>
          <p:nvPr/>
        </p:nvSpPr>
        <p:spPr>
          <a:xfrm>
            <a:off x="358236" y="2094903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当源文件（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.c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文件）位于路径下时，可查看源码。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43ACF4-FE3B-45C6-A7E5-F3E809B799CA}"/>
              </a:ext>
            </a:extLst>
          </p:cNvPr>
          <p:cNvSpPr txBox="1"/>
          <p:nvPr/>
        </p:nvSpPr>
        <p:spPr>
          <a:xfrm>
            <a:off x="6277953" y="1634596"/>
            <a:ext cx="1348893" cy="3715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set </a:t>
            </a:r>
            <a:r>
              <a:rPr kumimoji="1" lang="en-US" altLang="zh-CN" sz="2000" b="1" dirty="0" err="1">
                <a:solidFill>
                  <a:srgbClr val="16263D"/>
                </a:solidFill>
                <a:ea typeface="Source Han Sans CN" panose="020B0500000000000000" pitchFamily="34" charset="-128"/>
              </a:rPr>
              <a:t>args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1F20CC-92E3-4DCC-87AE-71D7CF2A66A2}"/>
              </a:ext>
            </a:extLst>
          </p:cNvPr>
          <p:cNvSpPr txBox="1"/>
          <p:nvPr/>
        </p:nvSpPr>
        <p:spPr>
          <a:xfrm>
            <a:off x="6277953" y="2094903"/>
            <a:ext cx="5246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传入命令行参数。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CF0D4E-21B6-430A-A978-51B9845FF0AD}"/>
              </a:ext>
            </a:extLst>
          </p:cNvPr>
          <p:cNvSpPr txBox="1"/>
          <p:nvPr/>
        </p:nvSpPr>
        <p:spPr>
          <a:xfrm>
            <a:off x="6277953" y="2553030"/>
            <a:ext cx="3054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(gdb) </a:t>
            </a:r>
            <a:r>
              <a:rPr lang="zh-CN" alt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 args 12 18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FB089FC-4752-4394-93EF-FA8594D9AEF4}"/>
              </a:ext>
            </a:extLst>
          </p:cNvPr>
          <p:cNvSpPr txBox="1"/>
          <p:nvPr/>
        </p:nvSpPr>
        <p:spPr>
          <a:xfrm>
            <a:off x="6277953" y="3097136"/>
            <a:ext cx="5246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show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命令查看当前的参数列表。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2DE76F8-A67A-4240-95B7-F39C8C3F2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88" y="3610464"/>
            <a:ext cx="6502312" cy="51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1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B427F-20D7-404A-A843-97C618F8D22A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常用命令：启动调试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F4FFBF-DA86-40F4-9EF4-528FF1629B83}"/>
              </a:ext>
            </a:extLst>
          </p:cNvPr>
          <p:cNvSpPr txBox="1"/>
          <p:nvPr/>
        </p:nvSpPr>
        <p:spPr>
          <a:xfrm>
            <a:off x="417276" y="3968330"/>
            <a:ext cx="1348893" cy="3715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start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C1D513-4022-4408-94BA-52CC6B03B104}"/>
              </a:ext>
            </a:extLst>
          </p:cNvPr>
          <p:cNvSpPr txBox="1"/>
          <p:nvPr/>
        </p:nvSpPr>
        <p:spPr>
          <a:xfrm>
            <a:off x="310119" y="1141129"/>
            <a:ext cx="1067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后，程序还未正式启动。此时使用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命令即可启动程序。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0FE97D-55C5-486B-9F91-18EFB0F3512D}"/>
              </a:ext>
            </a:extLst>
          </p:cNvPr>
          <p:cNvSpPr txBox="1"/>
          <p:nvPr/>
        </p:nvSpPr>
        <p:spPr>
          <a:xfrm>
            <a:off x="417277" y="1634596"/>
            <a:ext cx="1348893" cy="3715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run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C631AD-A7F3-406E-98A7-E2B2131C2D01}"/>
              </a:ext>
            </a:extLst>
          </p:cNvPr>
          <p:cNvSpPr txBox="1"/>
          <p:nvPr/>
        </p:nvSpPr>
        <p:spPr>
          <a:xfrm>
            <a:off x="358235" y="2035420"/>
            <a:ext cx="11293221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默认情况下会一直向后执行，直到程序结束。如果程序中存在断点，则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会一直</a:t>
            </a:r>
            <a:r>
              <a:rPr kumimoji="1" lang="zh-CN" altLang="en-US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执行到第一个断点为止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1081C-24EF-428E-BD89-B62E94419493}"/>
              </a:ext>
            </a:extLst>
          </p:cNvPr>
          <p:cNvSpPr txBox="1"/>
          <p:nvPr/>
        </p:nvSpPr>
        <p:spPr>
          <a:xfrm>
            <a:off x="358235" y="4339842"/>
            <a:ext cx="10555525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执行到</a:t>
            </a:r>
            <a:r>
              <a:rPr kumimoji="1" lang="en-US" altLang="zh-CN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main()</a:t>
            </a:r>
            <a:r>
              <a:rPr kumimoji="1" lang="zh-CN" altLang="en-US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函数处停下来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，等价于在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main()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函数后面添加一个临时断点后使用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命令。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F8DA544-8620-4E26-A272-E9D68242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77" y="4902578"/>
            <a:ext cx="9626836" cy="14860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E67A064-D41C-46EC-A640-9ADCD41DF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76" y="2610704"/>
            <a:ext cx="9723809" cy="123809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AD739C5-569B-4142-BEEC-4A53F652B6A4}"/>
              </a:ext>
            </a:extLst>
          </p:cNvPr>
          <p:cNvSpPr/>
          <p:nvPr/>
        </p:nvSpPr>
        <p:spPr>
          <a:xfrm>
            <a:off x="1571626" y="2591012"/>
            <a:ext cx="842962" cy="291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FE3182-7E9B-4247-BF2F-9FAF642A22F6}"/>
              </a:ext>
            </a:extLst>
          </p:cNvPr>
          <p:cNvSpPr txBox="1"/>
          <p:nvPr/>
        </p:nvSpPr>
        <p:spPr>
          <a:xfrm>
            <a:off x="2628900" y="2591012"/>
            <a:ext cx="3343095" cy="2527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14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还能这样添加命令行参数（</a:t>
            </a:r>
            <a:r>
              <a:rPr kumimoji="1" lang="en-US" altLang="zh-CN" sz="14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kumimoji="1" lang="zh-CN" altLang="en-US" sz="1400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也可以）</a:t>
            </a:r>
          </a:p>
        </p:txBody>
      </p:sp>
    </p:spTree>
    <p:extLst>
      <p:ext uri="{BB962C8B-B14F-4D97-AF65-F5344CB8AC3E}">
        <p14:creationId xmlns:p14="http://schemas.microsoft.com/office/powerpoint/2010/main" val="152788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30517-492E-4EDA-9C72-3706BC3AEC7D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常用命令：断点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113CE-0B7E-4353-8D24-1709F71BE4B3}"/>
              </a:ext>
            </a:extLst>
          </p:cNvPr>
          <p:cNvSpPr txBox="1"/>
          <p:nvPr/>
        </p:nvSpPr>
        <p:spPr>
          <a:xfrm>
            <a:off x="417277" y="984514"/>
            <a:ext cx="2104467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break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b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39D0F5-3EE0-46E3-BCE2-26ECB4AB97CA}"/>
              </a:ext>
            </a:extLst>
          </p:cNvPr>
          <p:cNvSpPr txBox="1"/>
          <p:nvPr/>
        </p:nvSpPr>
        <p:spPr>
          <a:xfrm>
            <a:off x="417277" y="1422874"/>
            <a:ext cx="8262380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断点，程序执行到该位置时调试会自动暂定。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基本用法</a:t>
            </a:r>
            <a:endParaRPr kumimoji="1"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break &lt;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linenum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在行号为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linenum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的位置添加一个断点。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reak &lt;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funcname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funcname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函数入口处添加一个断点。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49313C-07F1-4EAE-9F90-9F93F2F6B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7" y="3087652"/>
            <a:ext cx="9790476" cy="12285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7EA09D1-60D3-4D49-89F6-1018EE5BCC35}"/>
              </a:ext>
            </a:extLst>
          </p:cNvPr>
          <p:cNvSpPr/>
          <p:nvPr/>
        </p:nvSpPr>
        <p:spPr>
          <a:xfrm>
            <a:off x="417277" y="3800475"/>
            <a:ext cx="654286" cy="5157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888B80-5C96-4F30-BE85-6F5FDFDB2FB3}"/>
              </a:ext>
            </a:extLst>
          </p:cNvPr>
          <p:cNvSpPr txBox="1"/>
          <p:nvPr/>
        </p:nvSpPr>
        <p:spPr>
          <a:xfrm>
            <a:off x="352983" y="4384978"/>
            <a:ext cx="923330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断点编号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BF2878-AC47-4969-90FD-973CCC4252C5}"/>
              </a:ext>
            </a:extLst>
          </p:cNvPr>
          <p:cNvSpPr/>
          <p:nvPr/>
        </p:nvSpPr>
        <p:spPr>
          <a:xfrm>
            <a:off x="3812940" y="3800475"/>
            <a:ext cx="537604" cy="5157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F90CC4-8BE0-41E8-AD25-1618ED59D4B2}"/>
              </a:ext>
            </a:extLst>
          </p:cNvPr>
          <p:cNvSpPr txBox="1"/>
          <p:nvPr/>
        </p:nvSpPr>
        <p:spPr>
          <a:xfrm>
            <a:off x="3625137" y="4384977"/>
            <a:ext cx="923330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是否启用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F1DFC7-415C-41B7-B6C0-394DCC4AB862}"/>
              </a:ext>
            </a:extLst>
          </p:cNvPr>
          <p:cNvSpPr txBox="1"/>
          <p:nvPr/>
        </p:nvSpPr>
        <p:spPr>
          <a:xfrm>
            <a:off x="417277" y="4838965"/>
            <a:ext cx="6097190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相关命令</a:t>
            </a:r>
          </a:p>
          <a:p>
            <a:pPr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 &lt;num&gt;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删除编号为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的断点。</a:t>
            </a:r>
          </a:p>
          <a:p>
            <a:pPr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disable &lt;num&gt;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暂时禁用编号为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的断点。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enable &lt;num&gt;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重新启用编号为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的断点。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A8D844E1-F835-41D2-B4C2-BEE5F7418123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36176" y="4724372"/>
            <a:ext cx="933561" cy="90482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06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D2B604-4D1E-4A6A-B5FB-B62ED6048FD9}"/>
              </a:ext>
            </a:extLst>
          </p:cNvPr>
          <p:cNvSpPr txBox="1"/>
          <p:nvPr/>
        </p:nvSpPr>
        <p:spPr>
          <a:xfrm>
            <a:off x="417277" y="984514"/>
            <a:ext cx="2104467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break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b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93D67ED-B191-407D-91F3-0A3315ABAE7D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常用命令：断点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8F660B-9F4E-438B-A839-ED0E6F686C18}"/>
              </a:ext>
            </a:extLst>
          </p:cNvPr>
          <p:cNvSpPr txBox="1"/>
          <p:nvPr/>
        </p:nvSpPr>
        <p:spPr>
          <a:xfrm>
            <a:off x="417277" y="1478496"/>
            <a:ext cx="10337474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条件断点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ignore &lt;num&gt; &lt;count&gt;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使得编号为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的断点的接下来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次触发被忽略。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D590CB-EAF7-4FB3-9902-E724251A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7" y="2318052"/>
            <a:ext cx="7305886" cy="1849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5E5E09-4BF9-40FE-ABCB-1C23C2CA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77" y="4737335"/>
            <a:ext cx="7887007" cy="162538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B7C8E54-55F5-43C5-ABB5-AB850BFBC0D9}"/>
              </a:ext>
            </a:extLst>
          </p:cNvPr>
          <p:cNvSpPr txBox="1"/>
          <p:nvPr/>
        </p:nvSpPr>
        <p:spPr>
          <a:xfrm>
            <a:off x="417277" y="4250844"/>
            <a:ext cx="1042188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condition &lt;num&gt; &lt;expression&gt;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表达式满足时编号为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的断点才会触发。</a:t>
            </a:r>
          </a:p>
        </p:txBody>
      </p:sp>
    </p:spTree>
    <p:extLst>
      <p:ext uri="{BB962C8B-B14F-4D97-AF65-F5344CB8AC3E}">
        <p14:creationId xmlns:p14="http://schemas.microsoft.com/office/powerpoint/2010/main" val="11506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EF858-F327-4D56-88EB-3AE8CCD34B01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常用命令：恢复执行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6478A4-D640-4EE9-A50C-1628D33EBA77}"/>
              </a:ext>
            </a:extLst>
          </p:cNvPr>
          <p:cNvSpPr txBox="1"/>
          <p:nvPr/>
        </p:nvSpPr>
        <p:spPr>
          <a:xfrm>
            <a:off x="417277" y="984514"/>
            <a:ext cx="2104467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continue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  <a:ea typeface="Source Han Sans CN" panose="020B0500000000000000" pitchFamily="34" charset="-128"/>
              </a:rPr>
              <a:t>c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040D70-F82E-40AA-BC52-D260A374840F}"/>
              </a:ext>
            </a:extLst>
          </p:cNvPr>
          <p:cNvSpPr txBox="1"/>
          <p:nvPr/>
        </p:nvSpPr>
        <p:spPr>
          <a:xfrm>
            <a:off x="417277" y="1459915"/>
            <a:ext cx="9317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无条件地恢复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的执行，直到它遇到下一个断点或者整个主程序结束为止。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1AAC87-8EA6-429D-95D5-A99C5734BBB3}"/>
              </a:ext>
            </a:extLst>
          </p:cNvPr>
          <p:cNvSpPr txBox="1"/>
          <p:nvPr/>
        </p:nvSpPr>
        <p:spPr>
          <a:xfrm>
            <a:off x="417277" y="1933168"/>
            <a:ext cx="712300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用法</a:t>
            </a:r>
            <a:endParaRPr lang="en-US" altLang="zh-CN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continue &lt;num&gt;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将导致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接下来忽略该断点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num-1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260601-24CB-4A6E-B7BA-AB31BDAF27BF}"/>
              </a:ext>
            </a:extLst>
          </p:cNvPr>
          <p:cNvSpPr txBox="1"/>
          <p:nvPr/>
        </p:nvSpPr>
        <p:spPr>
          <a:xfrm>
            <a:off x="417277" y="2925552"/>
            <a:ext cx="2104467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finish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fin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F18B51-ECFA-4D7B-9A4B-2B0475861A81}"/>
              </a:ext>
            </a:extLst>
          </p:cNvPr>
          <p:cNvSpPr txBox="1"/>
          <p:nvPr/>
        </p:nvSpPr>
        <p:spPr>
          <a:xfrm>
            <a:off x="417276" y="3396562"/>
            <a:ext cx="7974101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跳出当前所属的栈帧，即，当程序正暂停在某个不是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函数的函数中时，使用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finish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命令会导致程序继续执行到该函数返回为止。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62A323-A279-4246-89E8-F0E7B64A40B9}"/>
              </a:ext>
            </a:extLst>
          </p:cNvPr>
          <p:cNvSpPr txBox="1"/>
          <p:nvPr/>
        </p:nvSpPr>
        <p:spPr>
          <a:xfrm>
            <a:off x="417277" y="4395980"/>
            <a:ext cx="2104467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until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u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058100-A6E2-46AA-AB95-A8EA6AACDB99}"/>
              </a:ext>
            </a:extLst>
          </p:cNvPr>
          <p:cNvSpPr txBox="1"/>
          <p:nvPr/>
        </p:nvSpPr>
        <p:spPr>
          <a:xfrm>
            <a:off x="417275" y="4846210"/>
            <a:ext cx="10360033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快速跳出当前循环体，直到到达当前循环体的下一行代码为止（只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在循环体末尾使用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时生效） 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8A7D78-AFF6-45D5-A4E0-9794BE8EF798}"/>
              </a:ext>
            </a:extLst>
          </p:cNvPr>
          <p:cNvSpPr txBox="1"/>
          <p:nvPr/>
        </p:nvSpPr>
        <p:spPr>
          <a:xfrm>
            <a:off x="417277" y="5398085"/>
            <a:ext cx="712300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用法</a:t>
            </a:r>
            <a:endParaRPr lang="en-US" altLang="zh-CN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until &lt;location&gt;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直接执行至指定位置后停止。</a:t>
            </a:r>
          </a:p>
        </p:txBody>
      </p:sp>
    </p:spTree>
    <p:extLst>
      <p:ext uri="{BB962C8B-B14F-4D97-AF65-F5344CB8AC3E}">
        <p14:creationId xmlns:p14="http://schemas.microsoft.com/office/powerpoint/2010/main" val="2086468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D0F2D-A139-4741-B161-7E321E840375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常用命令：恢复执行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CC5CED-4295-419D-B29D-78F67874A64B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next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n 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和 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step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s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BFFF91-99F8-446C-82B0-5435A808228B}"/>
              </a:ext>
            </a:extLst>
          </p:cNvPr>
          <p:cNvSpPr txBox="1"/>
          <p:nvPr/>
        </p:nvSpPr>
        <p:spPr>
          <a:xfrm>
            <a:off x="417277" y="1529431"/>
            <a:ext cx="9959927" cy="1045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都是单步调试命令。对于普通的代码行，二者行为一致。但当遇到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时存在区别：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buFontTx/>
              <a:buChar char="-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是单步跳过，会直接返回这整个函数的执行结果；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是单步进入，会进入这个函数内部并在函数调用的第一个语句处暂停。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270CA3-4E6A-4385-9230-D0E7F6D3B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11" y="2873977"/>
            <a:ext cx="6054341" cy="30493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6BD517-0BE7-4751-988E-15694515BB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59"/>
          <a:stretch/>
        </p:blipFill>
        <p:spPr>
          <a:xfrm>
            <a:off x="6323973" y="2874806"/>
            <a:ext cx="5727416" cy="3048518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0729A56-7606-452A-98C5-35520045331D}"/>
              </a:ext>
            </a:extLst>
          </p:cNvPr>
          <p:cNvCxnSpPr/>
          <p:nvPr/>
        </p:nvCxnSpPr>
        <p:spPr>
          <a:xfrm>
            <a:off x="717452" y="3960056"/>
            <a:ext cx="189914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6DE237C-103D-4457-A9E4-DA55279EE5BC}"/>
              </a:ext>
            </a:extLst>
          </p:cNvPr>
          <p:cNvCxnSpPr/>
          <p:nvPr/>
        </p:nvCxnSpPr>
        <p:spPr>
          <a:xfrm>
            <a:off x="717452" y="5821680"/>
            <a:ext cx="189914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DDD1845-F2D4-4BD9-9241-5E9DB4920348}"/>
              </a:ext>
            </a:extLst>
          </p:cNvPr>
          <p:cNvCxnSpPr/>
          <p:nvPr/>
        </p:nvCxnSpPr>
        <p:spPr>
          <a:xfrm>
            <a:off x="6918960" y="3887373"/>
            <a:ext cx="189914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E0624A1-F887-403F-BE58-1721237EC7D2}"/>
              </a:ext>
            </a:extLst>
          </p:cNvPr>
          <p:cNvCxnSpPr/>
          <p:nvPr/>
        </p:nvCxnSpPr>
        <p:spPr>
          <a:xfrm>
            <a:off x="6634567" y="5312900"/>
            <a:ext cx="189914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C099688-8929-4F46-BE74-784A40DABEDE}"/>
              </a:ext>
            </a:extLst>
          </p:cNvPr>
          <p:cNvSpPr/>
          <p:nvPr/>
        </p:nvSpPr>
        <p:spPr>
          <a:xfrm>
            <a:off x="140611" y="5600700"/>
            <a:ext cx="576841" cy="1875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034271-2EA5-4197-BD9B-1ABE108F9C5C}"/>
              </a:ext>
            </a:extLst>
          </p:cNvPr>
          <p:cNvSpPr/>
          <p:nvPr/>
        </p:nvSpPr>
        <p:spPr>
          <a:xfrm>
            <a:off x="6323973" y="3938016"/>
            <a:ext cx="576841" cy="1886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6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7433B-14D4-4598-91A7-EAD2074A54B7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常用命令：打印信息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866451-2059-437E-A7DF-FDA57533928A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print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p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81A23E-AA17-41A3-B6B4-57A31AF2799A}"/>
              </a:ext>
            </a:extLst>
          </p:cNvPr>
          <p:cNvSpPr txBox="1"/>
          <p:nvPr/>
        </p:nvSpPr>
        <p:spPr>
          <a:xfrm>
            <a:off x="417277" y="1567207"/>
            <a:ext cx="609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指定变量的值。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8F509A-8D8E-483E-8DAC-8D46D865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6" y="2059346"/>
            <a:ext cx="6639429" cy="38141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CFBD3F1-4262-4C1B-BAF3-8071C2060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835" y="2059346"/>
            <a:ext cx="4529888" cy="162857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32A668A-5D8F-4CD3-B646-B0E26DFF2F94}"/>
              </a:ext>
            </a:extLst>
          </p:cNvPr>
          <p:cNvSpPr txBox="1"/>
          <p:nvPr/>
        </p:nvSpPr>
        <p:spPr>
          <a:xfrm>
            <a:off x="7188629" y="3780524"/>
            <a:ext cx="45860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这里修改了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input_b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的值，继续执行后结果变为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A48BBA-134D-4093-98F9-692CD5E8C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835" y="4211686"/>
            <a:ext cx="2574414" cy="150174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F8DFB7E-F594-4422-A62F-E8B76488434E}"/>
              </a:ext>
            </a:extLst>
          </p:cNvPr>
          <p:cNvSpPr txBox="1"/>
          <p:nvPr/>
        </p:nvSpPr>
        <p:spPr>
          <a:xfrm>
            <a:off x="7188628" y="5800935"/>
            <a:ext cx="4677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支持格式控制，如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字符输出，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/x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进制输出等。</a:t>
            </a:r>
          </a:p>
        </p:txBody>
      </p:sp>
    </p:spTree>
    <p:extLst>
      <p:ext uri="{BB962C8B-B14F-4D97-AF65-F5344CB8AC3E}">
        <p14:creationId xmlns:p14="http://schemas.microsoft.com/office/powerpoint/2010/main" val="344621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E6ACD-42A6-4D43-9307-160B9A71DC6B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常用命令：打印信息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84AA8E-1180-43E3-99F2-677D92340B09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display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2AB690-BFF8-46A0-B4EB-E434F6A2E8C4}"/>
              </a:ext>
            </a:extLst>
          </p:cNvPr>
          <p:cNvSpPr txBox="1"/>
          <p:nvPr/>
        </p:nvSpPr>
        <p:spPr>
          <a:xfrm>
            <a:off x="417277" y="1457059"/>
            <a:ext cx="4189892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将用户指定的变量放在一张检测列表中，此后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每当程序暂停时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，都会自动把列表上的变量值按格式打印出来。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AA264-482A-4EF9-AF62-A976D3B38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4" y="2698533"/>
            <a:ext cx="3416169" cy="367949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6D04A15-2DAA-43F2-8CEE-0460AB1DCCF4}"/>
              </a:ext>
            </a:extLst>
          </p:cNvPr>
          <p:cNvSpPr txBox="1"/>
          <p:nvPr/>
        </p:nvSpPr>
        <p:spPr>
          <a:xfrm>
            <a:off x="5809892" y="978677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</a:rPr>
              <a:t>examine</a:t>
            </a:r>
            <a:r>
              <a:rPr kumimoji="1" lang="zh-CN" altLang="en-US" sz="2000" b="1" dirty="0">
                <a:solidFill>
                  <a:srgbClr val="16263D"/>
                </a:solidFill>
              </a:rPr>
              <a:t>，</a:t>
            </a:r>
            <a:r>
              <a:rPr kumimoji="1" lang="en-US" altLang="zh-CN" sz="2000" b="1" dirty="0">
                <a:solidFill>
                  <a:srgbClr val="16263D"/>
                </a:solidFill>
              </a:rPr>
              <a:t>x</a:t>
            </a:r>
            <a:endParaRPr kumimoji="1" lang="en-US" altLang="zh-CN" sz="2000" b="1" dirty="0">
              <a:solidFill>
                <a:srgbClr val="16263D"/>
              </a:solidFill>
              <a:ea typeface="Source Han Sans CN" panose="020B0500000000000000" pitchFamily="34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8B59F9-E00C-48E9-8501-8D7C2962C850}"/>
              </a:ext>
            </a:extLst>
          </p:cNvPr>
          <p:cNvSpPr txBox="1"/>
          <p:nvPr/>
        </p:nvSpPr>
        <p:spPr>
          <a:xfrm>
            <a:off x="5809892" y="1398456"/>
            <a:ext cx="469164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用于打印内存中的信息。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为内存地址。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CD4B52-CCF9-47C7-96CB-ABBE4853509A}"/>
              </a:ext>
            </a:extLst>
          </p:cNvPr>
          <p:cNvSpPr txBox="1"/>
          <p:nvPr/>
        </p:nvSpPr>
        <p:spPr>
          <a:xfrm>
            <a:off x="5809892" y="1873698"/>
            <a:ext cx="6094826" cy="42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x/&lt;</a:t>
            </a:r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35BA64-BC9D-42BE-A5D2-7329A4700911}"/>
              </a:ext>
            </a:extLst>
          </p:cNvPr>
          <p:cNvSpPr txBox="1"/>
          <p:nvPr/>
        </p:nvSpPr>
        <p:spPr>
          <a:xfrm>
            <a:off x="5809892" y="2383777"/>
            <a:ext cx="2970365" cy="10452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：连续打印的内存单元数</a:t>
            </a:r>
            <a:endParaRPr kumimoji="1"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：打印格式，同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1"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：一个内存单元的字节数</a:t>
            </a:r>
            <a:endParaRPr kumimoji="1" lang="en-US" altLang="zh-CN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C46CAE7-D961-4814-A2D4-7DE870948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892" y="3579940"/>
            <a:ext cx="4128997" cy="166408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20EAEE0-59D4-419A-AFCE-C00D99FECD64}"/>
              </a:ext>
            </a:extLst>
          </p:cNvPr>
          <p:cNvSpPr txBox="1"/>
          <p:nvPr/>
        </p:nvSpPr>
        <p:spPr>
          <a:xfrm>
            <a:off x="5809892" y="5394960"/>
            <a:ext cx="5847755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进制数格式，连续打印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字节内存单元存储的值。</a:t>
            </a:r>
          </a:p>
        </p:txBody>
      </p:sp>
    </p:spTree>
    <p:extLst>
      <p:ext uri="{BB962C8B-B14F-4D97-AF65-F5344CB8AC3E}">
        <p14:creationId xmlns:p14="http://schemas.microsoft.com/office/powerpoint/2010/main" val="359726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49A75-9116-494B-96DB-A2A0B173FFF7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GDB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C1D907-7BBA-4CCE-8A8F-17DB6CE6C670}"/>
              </a:ext>
            </a:extLst>
          </p:cNvPr>
          <p:cNvSpPr txBox="1"/>
          <p:nvPr/>
        </p:nvSpPr>
        <p:spPr>
          <a:xfrm>
            <a:off x="2690420" y="3103975"/>
            <a:ext cx="6811160" cy="4333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《GDB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补充介绍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讲义中的“二、练习”部分。</a:t>
            </a:r>
          </a:p>
        </p:txBody>
      </p:sp>
    </p:spTree>
    <p:extLst>
      <p:ext uri="{BB962C8B-B14F-4D97-AF65-F5344CB8AC3E}">
        <p14:creationId xmlns:p14="http://schemas.microsoft.com/office/powerpoint/2010/main" val="391149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ECF720-12A3-4917-A902-9647E0E4D3C7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RISC-V GNU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工具链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D9EDF3D-C8E6-4A36-95EA-58F928DAA7E6}"/>
              </a:ext>
            </a:extLst>
          </p:cNvPr>
          <p:cNvSpPr txBox="1">
            <a:spLocks/>
          </p:cNvSpPr>
          <p:nvPr/>
        </p:nvSpPr>
        <p:spPr>
          <a:xfrm>
            <a:off x="391830" y="1036944"/>
            <a:ext cx="10355888" cy="116375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是一个用来支持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RISC-V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为后端的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交叉编译工具链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支持通用的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ELF/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Newlib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和更复杂的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Linux-ELF/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两种运行库。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33768E-57D3-4FDB-A715-8105515A160C}"/>
              </a:ext>
            </a:extLst>
          </p:cNvPr>
          <p:cNvSpPr txBox="1"/>
          <p:nvPr/>
        </p:nvSpPr>
        <p:spPr>
          <a:xfrm>
            <a:off x="532507" y="2277625"/>
            <a:ext cx="10355888" cy="377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交叉编译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与本地编译相对应，指在一种平台上编译，编译出来的程序，是放到别的平台上运行。即编译的环境，和运行的环境不一样。如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平台上编译，到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平台上运行。</a:t>
            </a:r>
            <a:endParaRPr lang="en-US" altLang="zh-CN" b="1" i="0" dirty="0">
              <a:solidFill>
                <a:srgbClr val="191A24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000" b="1" dirty="0" err="1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系统中最常用的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函数库之一。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的优势在于其广泛的兼容性和稳定性，得到了大量的测试和优化，以确保在各种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发行版上的稳定性和性能。然而，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的体积相对较大，可能不适合资源受限的环境。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000" b="1" dirty="0" err="1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newlibc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：轻量级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是一个旨在提供轻量级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函数库的项目。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newlibc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的主要优势在于其轻量级和灵活性，能够在嵌入式系统、微控制器等资源受限的环境中顺利运行。但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newlibc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的兼容性可能不如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广泛。</a:t>
            </a:r>
          </a:p>
        </p:txBody>
      </p:sp>
    </p:spTree>
    <p:extLst>
      <p:ext uri="{BB962C8B-B14F-4D97-AF65-F5344CB8AC3E}">
        <p14:creationId xmlns:p14="http://schemas.microsoft.com/office/powerpoint/2010/main" val="2137696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E0BD3-68B3-491B-AFDA-D7C9F8B38FFE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RISC-V GNU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工具链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AB7414-4CC9-4D14-BCCE-B930AC5F4405}"/>
              </a:ext>
            </a:extLst>
          </p:cNvPr>
          <p:cNvSpPr txBox="1"/>
          <p:nvPr/>
        </p:nvSpPr>
        <p:spPr>
          <a:xfrm>
            <a:off x="532507" y="1567207"/>
            <a:ext cx="9423595" cy="399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marR="0" lvl="1" indent="-342900" fontAlgn="auto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准备好虚拟机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marR="0" lvl="1" indent="-342900" fontAlgn="auto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新建目录并下载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marR="0" lvl="2" indent="-228600" fontAlgn="auto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mkdir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~/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&amp;&amp; cd ~/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marR="0" lvl="2" indent="-228600" fontAlgn="auto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install git</a:t>
            </a:r>
          </a:p>
          <a:p>
            <a:pPr marL="971550" marR="0" lvl="2" indent="-228600" fontAlgn="auto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git clone --recursive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https://github.com/riscv/riscv-gnu-toolchain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342900">
              <a:lnSpc>
                <a:spcPct val="13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安装依赖库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lvl="2" indent="-2286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apt-get install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autoconf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automake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autotools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-dev curl python3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libmpc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-dev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libmpfr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-dev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libgmp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-dev gawk build-essential bison flex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texinfo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gperf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libtool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patchutils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zlib1g-dev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libexpat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-dev</a:t>
            </a:r>
          </a:p>
          <a:p>
            <a:pPr marL="914400" marR="0" lvl="2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AF07D2-F463-440C-8AE6-CE0CC244103E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安装步骤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839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7D937-1D91-4087-AF32-216187E56FC5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RISC-V GNU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工具链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147E9-40B4-45DB-A0D4-383EB7A7FB44}"/>
              </a:ext>
            </a:extLst>
          </p:cNvPr>
          <p:cNvSpPr txBox="1">
            <a:spLocks/>
          </p:cNvSpPr>
          <p:nvPr/>
        </p:nvSpPr>
        <p:spPr>
          <a:xfrm>
            <a:off x="417277" y="1567207"/>
            <a:ext cx="9483691" cy="35623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lnSpc>
                <a:spcPct val="100000"/>
              </a:lnSpc>
              <a:buFont typeface="+mj-lt"/>
              <a:buAutoNum type="arabicPeriod" startAt="4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编译工具链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cd ~/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./configure --prefix=/opt/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riscv-newlib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--enable-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multilib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make   </a:t>
            </a: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上述指令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得到基于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newlib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（裸机）运行库的工具，同时支持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make clean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./configure --prefix=/opt/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riscv-linux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--enable-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multilib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make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上述指令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得到基于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）运行库的工具，同时支持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176969-D5F0-4586-9DCF-B40B460F7BD5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安装步骤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320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F259FE7-12B2-4920-9581-F0F4FBAC8EDC}"/>
              </a:ext>
            </a:extLst>
          </p:cNvPr>
          <p:cNvSpPr txBox="1">
            <a:spLocks/>
          </p:cNvSpPr>
          <p:nvPr/>
        </p:nvSpPr>
        <p:spPr>
          <a:xfrm>
            <a:off x="417277" y="1567206"/>
            <a:ext cx="10515600" cy="48546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lnSpc>
                <a:spcPct val="100000"/>
              </a:lnSpc>
              <a:buFont typeface="+mj-lt"/>
              <a:buAutoNum type="arabicPeriod" startAt="5"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将工具路径添加到环境变量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vi ~/.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在末尾加上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export RISCV_NEWLIB_PATH=/opt/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riscv-newlib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export RISCV_LINUX_PATH=/opt/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riscv-linux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export PATH=$PATH:${RISCV_NEWLIB_PATH}/bin:${RISCV_LINUX_PATH}/bin</a:t>
            </a: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保存退出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source ~/.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00000"/>
              </a:lnSpc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 startAt="6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编译测试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编写一个简单的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helloworld.c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，编译：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riscv64-unknown-elf-gcc -o helloworld1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helloworld.c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riscv64-unknown-linux-gnu-gcc –o helloworld2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helloworld.c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helloworld1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helloworld2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还不能直接运行，必须通过模拟器运行。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CC77C5E-203D-48B8-A212-19D1467E1BD5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en-US" altLang="zh-CN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RISC-V GNU</a:t>
            </a:r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工具链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4E67B4-2F2D-4476-B96A-50C3F9F7ED69}"/>
              </a:ext>
            </a:extLst>
          </p:cNvPr>
          <p:cNvSpPr txBox="1"/>
          <p:nvPr/>
        </p:nvSpPr>
        <p:spPr>
          <a:xfrm>
            <a:off x="417277" y="984514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安装步骤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906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17E8242-3E1D-445A-BD51-44EAA2E86C6A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7875CF-5D49-40AD-83F0-6432D956C43E}"/>
              </a:ext>
            </a:extLst>
          </p:cNvPr>
          <p:cNvSpPr txBox="1">
            <a:spLocks/>
          </p:cNvSpPr>
          <p:nvPr/>
        </p:nvSpPr>
        <p:spPr>
          <a:xfrm>
            <a:off x="417276" y="1794315"/>
            <a:ext cx="10935351" cy="345679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模拟器在计算机系统的设计开发过程中有非常重要的作用：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设计初期，模拟器可以用来对各种设计方案进行粗粒度模拟，通过比较模拟结果来选择最优设计方案；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产品开发期间，模拟器用来对各种微结构设计进行评估，对一些选择进行折衷；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产品开发后期，模拟器主要用来进行目标系统的系统软件开发，使得软硬件开发可以同时进行，加快系统开发速度；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系统完成之后，模拟器可以取得丰富的踪迹（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）信息，从而对系统进行瓶颈分析和性能优化。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CB9A43-EF67-4D5C-863C-98CBDC2EF88F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体系结构模拟器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240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17D48AA-AB0C-4779-8E8B-24E827A3C08C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408920" cy="35284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系统级模拟器</a:t>
            </a:r>
            <a:endParaRPr kumimoji="1"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系统级模拟器对整个计算机系统都进行模拟，由于系统模拟器除了提供完整的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外，也可模拟外设，所以可以运行操作系统。常见的系统级模拟器包括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SimOS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SimICS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Mambo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SandUPSim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SimOS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-Goodson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</a:p>
          <a:p>
            <a:pPr>
              <a:lnSpc>
                <a:spcPct val="140000"/>
              </a:lnSpc>
            </a:pP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局部模拟器</a:t>
            </a:r>
            <a:endParaRPr kumimoji="1"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局部模拟器指对整个计算机系统的某个部件进行细致模拟，提供多种配置参数，可以模拟多种类型的部件。常见的局部模拟包括缓存模拟器、磁盘模拟器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DiskSim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、网络模拟器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ns2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、能耗模拟器</a:t>
            </a:r>
            <a:r>
              <a:rPr kumimoji="1"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Wattch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34B6C68-E320-41B1-87CC-BE91B4105F4B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34F7FA-017C-499E-89F0-7F631FD5F3D8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体系结构模拟器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9900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5C10C-F10B-41C5-A3CA-5178FB25FA08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5167F-BED2-4986-BA18-1A916A6F9379}"/>
              </a:ext>
            </a:extLst>
          </p:cNvPr>
          <p:cNvSpPr txBox="1">
            <a:spLocks/>
          </p:cNvSpPr>
          <p:nvPr/>
        </p:nvSpPr>
        <p:spPr>
          <a:xfrm>
            <a:off x="532507" y="1603718"/>
            <a:ext cx="10515600" cy="1101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Quick Emulator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）是一款开源的虚拟化软件，能够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在其运行的机器上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模拟多种其他处理器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，具有高效、快速的优点。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50CA5C-EDCE-4BC0-8719-C0FB33366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144" y="2605088"/>
            <a:ext cx="5380891" cy="39148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F55AAB-C216-4A69-A47B-C17376189FFD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</a:p>
        </p:txBody>
      </p:sp>
    </p:spTree>
    <p:extLst>
      <p:ext uri="{BB962C8B-B14F-4D97-AF65-F5344CB8AC3E}">
        <p14:creationId xmlns:p14="http://schemas.microsoft.com/office/powerpoint/2010/main" val="226615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CCBE8-ACBD-44DE-9DED-82F2FC13B54E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2C89C-1BC3-4D1A-A015-9D83AFC2632F}"/>
              </a:ext>
            </a:extLst>
          </p:cNvPr>
          <p:cNvSpPr txBox="1">
            <a:spLocks/>
          </p:cNvSpPr>
          <p:nvPr/>
        </p:nvSpPr>
        <p:spPr>
          <a:xfrm>
            <a:off x="476236" y="1584898"/>
            <a:ext cx="10799618" cy="19517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的仿真过程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TCG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 Code Generator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）完成指令的翻译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gen_intermediate_code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将目标机器（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）的代码翻译为中间代码（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Intermediate Code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tcg_gen_code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TCG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存放的中间代码翻译为主机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(Host)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可执行的机器码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592305-9841-44FA-B6C5-AB77B4CE2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880" y="3704144"/>
            <a:ext cx="5576292" cy="28128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F047341-3941-4BCB-98C9-9ACA0B61BAD4}"/>
              </a:ext>
            </a:extLst>
          </p:cNvPr>
          <p:cNvSpPr txBox="1"/>
          <p:nvPr/>
        </p:nvSpPr>
        <p:spPr>
          <a:xfrm>
            <a:off x="1047031" y="4948077"/>
            <a:ext cx="1913985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86399B-0022-4049-A647-662AFEB8E991}"/>
              </a:ext>
            </a:extLst>
          </p:cNvPr>
          <p:cNvSpPr txBox="1"/>
          <p:nvPr/>
        </p:nvSpPr>
        <p:spPr>
          <a:xfrm>
            <a:off x="8803036" y="4948076"/>
            <a:ext cx="2694648" cy="325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宿主机可执行的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59B0DE-50FB-4906-BBA4-1D06EFCA9DDD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</a:p>
        </p:txBody>
      </p:sp>
    </p:spTree>
    <p:extLst>
      <p:ext uri="{BB962C8B-B14F-4D97-AF65-F5344CB8AC3E}">
        <p14:creationId xmlns:p14="http://schemas.microsoft.com/office/powerpoint/2010/main" val="286563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F2D4B-11BB-45A8-A68C-B227063645C5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pic>
        <p:nvPicPr>
          <p:cNvPr id="3" name="Picture 2" descr="https://office-dingding-tmp-cn-shanghai.oss-cn-shanghai.aliyuncs.com/shapes%2F20300684136%2Fc0c2bcccd0bdfd94bb96d938211b0a6ad92c1056?Expires=1602405403&amp;OSSAccessKeyId=LTAI4Fw3hDk6EMmYfYFyAR1u&amp;Signature=l8kJAU3L8n4pqUEnZN4o%2FRzCAIo%3D">
            <a:extLst>
              <a:ext uri="{FF2B5EF4-FFF2-40B4-BE49-F238E27FC236}">
                <a16:creationId xmlns:a16="http://schemas.microsoft.com/office/drawing/2014/main" id="{492DC1C4-49BB-4A40-8865-A5338C89D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8" y="1635938"/>
            <a:ext cx="70231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office-dingding-tmp-cn-shanghai.oss-cn-shanghai.aliyuncs.com/shapes%2F20300684136%2Fa833498d5c6690d354d2b9d514e7c7c8ffbeca7c?Expires=1602405403&amp;OSSAccessKeyId=LTAI4Fw3hDk6EMmYfYFyAR1u&amp;Signature=OonF1zb4kdj8sj5RoRL3BmvalEk%3D">
            <a:extLst>
              <a:ext uri="{FF2B5EF4-FFF2-40B4-BE49-F238E27FC236}">
                <a16:creationId xmlns:a16="http://schemas.microsoft.com/office/drawing/2014/main" id="{3605D0FD-887D-42C1-94C5-F0A505AE5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50" y="1635938"/>
            <a:ext cx="4597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AD7BFB-5A09-4B94-8802-DD45179211E3}"/>
              </a:ext>
            </a:extLst>
          </p:cNvPr>
          <p:cNvSpPr/>
          <p:nvPr/>
        </p:nvSpPr>
        <p:spPr>
          <a:xfrm>
            <a:off x="417277" y="4808890"/>
            <a:ext cx="10731369" cy="12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QEMU仿真时并非一次性将目标程序全部翻译出来，也不是逐条仿真机器指令，而是动态地将代码段（Translation Block）放进缓存中。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大量的中间代码可以在执行过程中被重复使用，减少重复翻译带来的时间浪费。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4F8015-D52D-45E4-9829-5E940C0646F7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</a:p>
        </p:txBody>
      </p:sp>
    </p:spTree>
    <p:extLst>
      <p:ext uri="{BB962C8B-B14F-4D97-AF65-F5344CB8AC3E}">
        <p14:creationId xmlns:p14="http://schemas.microsoft.com/office/powerpoint/2010/main" val="2761378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EB90E-ECEE-4C1C-9260-8460345B3A3F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D739D-BCF0-4A67-A107-D0361D649B09}"/>
              </a:ext>
            </a:extLst>
          </p:cNvPr>
          <p:cNvSpPr txBox="1">
            <a:spLocks/>
          </p:cNvSpPr>
          <p:nvPr/>
        </p:nvSpPr>
        <p:spPr>
          <a:xfrm>
            <a:off x="417277" y="1704540"/>
            <a:ext cx="5678723" cy="46892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lnSpc>
                <a:spcPct val="13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可以模拟所有现存的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系列处理器，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无须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修改即可执行在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 Linux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bootloader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即可引导。</a:t>
            </a:r>
          </a:p>
          <a:p>
            <a:pPr marL="228600" lvl="1"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多种外设，如网卡、声卡、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、磁盘等。</a:t>
            </a:r>
          </a:p>
          <a:p>
            <a:pPr marL="228600" lvl="1"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多种输出方式，不依赖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系统，可以是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、模拟串口等。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执行时不需要管理员权限。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可模拟多核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，甚至多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的计算系统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添加启动程序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cskysim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，并提供图形界面供用户使用。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A17C4B-AE2C-4485-B6A9-32980B022F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05456" y="1917371"/>
            <a:ext cx="5161547" cy="36725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F206F40-0BA3-44B0-B121-797216C073C0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C-SKY QEMU</a:t>
            </a:r>
          </a:p>
        </p:txBody>
      </p:sp>
    </p:spTree>
    <p:extLst>
      <p:ext uri="{BB962C8B-B14F-4D97-AF65-F5344CB8AC3E}">
        <p14:creationId xmlns:p14="http://schemas.microsoft.com/office/powerpoint/2010/main" val="2600871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75F15-21D5-4B1A-A540-B39BB6BA4A31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2067D3-8790-4F34-A25A-A371C210D8F7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159C7E3-DFB7-41EF-A981-982F78849295}"/>
              </a:ext>
            </a:extLst>
          </p:cNvPr>
          <p:cNvSpPr txBox="1">
            <a:spLocks/>
          </p:cNvSpPr>
          <p:nvPr/>
        </p:nvSpPr>
        <p:spPr>
          <a:xfrm>
            <a:off x="417277" y="1663847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5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gem5是结合了M5和GEMS两者优点的模拟器。</a:t>
            </a:r>
          </a:p>
          <a:p>
            <a:pPr marL="685800" lvl="2">
              <a:lnSpc>
                <a:spcPct val="14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M5提供了一个高度可配置的框架，包括ISA、CPU模型</a:t>
            </a:r>
          </a:p>
          <a:p>
            <a:pPr marL="685800" lvl="2">
              <a:lnSpc>
                <a:spcPct val="14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GEMS提供了一个详细且灵活的内存系统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离散事件驱动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的计算机系统模拟平台。支持系统级架构和处理器微架构的模拟。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lnSpc>
                <a:spcPct val="14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的组件可以很容易地重新排列、参数化、扩展或者更换，以满足不同情况下的需求。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lnSpc>
                <a:spcPct val="14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事件驱动：将所有事件整理成事件序列(Event Queue），模拟器从事件序列中获取事件并进行处理，处理过程中产生的新事件也将其插入到事件序列中</a:t>
            </a:r>
          </a:p>
        </p:txBody>
      </p:sp>
    </p:spTree>
    <p:extLst>
      <p:ext uri="{BB962C8B-B14F-4D97-AF65-F5344CB8AC3E}">
        <p14:creationId xmlns:p14="http://schemas.microsoft.com/office/powerpoint/2010/main" val="3625530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75F15-21D5-4B1A-A540-B39BB6BA4A31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2067D3-8790-4F34-A25A-A371C210D8F7}"/>
              </a:ext>
            </a:extLst>
          </p:cNvPr>
          <p:cNvSpPr txBox="1"/>
          <p:nvPr/>
        </p:nvSpPr>
        <p:spPr>
          <a:xfrm>
            <a:off x="417276" y="1098068"/>
            <a:ext cx="5048021" cy="361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模型和仿真模式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159C7E3-DFB7-41EF-A981-982F78849295}"/>
              </a:ext>
            </a:extLst>
          </p:cNvPr>
          <p:cNvSpPr txBox="1">
            <a:spLocks/>
          </p:cNvSpPr>
          <p:nvPr/>
        </p:nvSpPr>
        <p:spPr>
          <a:xfrm>
            <a:off x="417277" y="1663847"/>
            <a:ext cx="11083061" cy="43513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种不同的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Simple CPU Model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Out-of-Order CPU Model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 Order CPU Model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Trace CPU Model</a:t>
            </a:r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支持的体系架构：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支持两种执行模式：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3">
              <a:lnSpc>
                <a:spcPct val="14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full system mode (FS mode)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：用于模拟一个完整的系统，包括外设和操作系统。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3">
              <a:lnSpc>
                <a:spcPct val="140000"/>
              </a:lnSpc>
            </a:pPr>
            <a:r>
              <a:rPr lang="fr-F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syscall emulation mode (SE mode)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：通过模拟器提供的系统调用，执行用户程序。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897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75F15-21D5-4B1A-A540-B39BB6BA4A31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2067D3-8790-4F34-A25A-A371C210D8F7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的存储系统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159C7E3-DFB7-41EF-A981-982F78849295}"/>
              </a:ext>
            </a:extLst>
          </p:cNvPr>
          <p:cNvSpPr txBox="1">
            <a:spLocks/>
          </p:cNvSpPr>
          <p:nvPr/>
        </p:nvSpPr>
        <p:spPr>
          <a:xfrm>
            <a:off x="417277" y="1663847"/>
            <a:ext cx="10872046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Memory System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：作为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Ruby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模型的共享基础架构。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Classic Memory System: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一种快速且易于配置的内存系统。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：一种详细的仿真模型，可以使用各种替换策略、一致性协议、互连网络、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、内存控制器等为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exclusive/inclusive cache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建模。实现了模块化、灵活且易于配置的内存模型。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238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EEA51-DD5D-4FF3-B4F1-2628C03C0C9A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ABC1EC-BBBD-4B5E-91EE-199391473DE9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的比较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0976005-8EF9-4019-BF97-B68A453069D4}"/>
              </a:ext>
            </a:extLst>
          </p:cNvPr>
          <p:cNvSpPr txBox="1">
            <a:spLocks/>
          </p:cNvSpPr>
          <p:nvPr/>
        </p:nvSpPr>
        <p:spPr>
          <a:xfrm>
            <a:off x="417277" y="1755971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：默认支持多种架构，搭配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Xen hypervisor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KVM kernel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可支持虚拟化，实现接近主机的性能（仿真速度快）。开源（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GPL/LGPL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），可移植、可扩展。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：具有较强的灵活性，可以选择不同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模型，系统模式，存储系统进行搭配，实现各种需求。可以对体系结构进行更加全面细致的建模。支持多种架构，开源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(BSD)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20682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BE622-3BAD-4E51-B24A-E546750F8A4F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D999B8-C567-437F-9A62-E93A96A021D4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AF753D9-E4A1-482A-8858-1C3C870CD89E}"/>
              </a:ext>
            </a:extLst>
          </p:cNvPr>
          <p:cNvSpPr txBox="1">
            <a:spLocks/>
          </p:cNvSpPr>
          <p:nvPr/>
        </p:nvSpPr>
        <p:spPr>
          <a:xfrm>
            <a:off x="532507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工具下载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如果在安装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上面下载了工具链的完整源代码，则目录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下面已经包含了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的源码，不需要再次下载。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$ git clone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https://git.qemu.org/git/qemu.git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(optional)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安装必要依赖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时可能提示缺失必要依赖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，视操作系统的具体情况而异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$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install pkg-config libpixman-1-dev libglib2.0-dev</a:t>
            </a: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2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BE622-3BAD-4E51-B24A-E546750F8A4F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D999B8-C567-437F-9A62-E93A96A021D4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5D5D80A-27D1-443E-90F7-4787A05BD361}"/>
              </a:ext>
            </a:extLst>
          </p:cNvPr>
          <p:cNvSpPr txBox="1">
            <a:spLocks/>
          </p:cNvSpPr>
          <p:nvPr/>
        </p:nvSpPr>
        <p:spPr>
          <a:xfrm>
            <a:off x="532507" y="185058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>
                <a:latin typeface="微软雅黑" charset="0"/>
                <a:ea typeface="微软雅黑" charset="0"/>
              </a:rPr>
              <a:t>创建编译目录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zh-CN" altLang="zh-CN" dirty="0">
                <a:latin typeface="微软雅黑" charset="0"/>
                <a:ea typeface="微软雅黑" charset="0"/>
              </a:rPr>
              <a:t>	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在下载得到的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文件夹下创建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文件夹作为编译目录：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$ cd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$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mkdir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build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$ cd build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155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BE622-3BAD-4E51-B24A-E546750F8A4F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D999B8-C567-437F-9A62-E93A96A021D4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1F88C49-678E-4DEF-A7A4-82F72D953FD7}"/>
              </a:ext>
            </a:extLst>
          </p:cNvPr>
          <p:cNvSpPr txBox="1">
            <a:spLocks/>
          </p:cNvSpPr>
          <p:nvPr/>
        </p:nvSpPr>
        <p:spPr>
          <a:xfrm>
            <a:off x="532507" y="178796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200" dirty="0">
                <a:latin typeface="微软雅黑" charset="0"/>
                <a:ea typeface="微软雅黑" charset="0"/>
              </a:rPr>
              <a:t>设定配置文件</a:t>
            </a:r>
          </a:p>
          <a:p>
            <a:pPr lvl="2"/>
            <a:r>
              <a:rPr lang="zh-CN" altLang="en-US" dirty="0">
                <a:latin typeface="微软雅黑" charset="0"/>
                <a:ea typeface="微软雅黑" charset="0"/>
              </a:rPr>
              <a:t>欲安装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系统模式（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system mode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../configure -–prefix=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yourpath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–-target-list=riscv64-softmmu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其中红色部分应当替换为欲安装的文件路径。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例如，要把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riscv-qemu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路径下，则指令为：</a:t>
            </a:r>
            <a:endParaRPr lang="zh-CN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../configure -–prefix=/opt/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riscv-qemu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–-target-list=riscv64-softmmu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charset="0"/>
                <a:ea typeface="微软雅黑" charset="0"/>
              </a:rPr>
              <a:t>欲安装用户模式（</a:t>
            </a:r>
            <a:r>
              <a:rPr lang="en-US" altLang="zh-CN" dirty="0">
                <a:latin typeface="微软雅黑" charset="0"/>
                <a:ea typeface="微软雅黑" charset="0"/>
              </a:rPr>
              <a:t>user mode</a:t>
            </a:r>
            <a:r>
              <a:rPr lang="zh-CN" altLang="en-US" dirty="0">
                <a:latin typeface="微软雅黑" charset="0"/>
                <a:ea typeface="微软雅黑" charset="0"/>
              </a:rPr>
              <a:t>）</a:t>
            </a:r>
            <a:r>
              <a:rPr lang="en-US" altLang="zh-CN" dirty="0">
                <a:latin typeface="微软雅黑" charset="0"/>
                <a:ea typeface="微软雅黑" charset="0"/>
              </a:rPr>
              <a:t>QEMU</a:t>
            </a:r>
            <a:r>
              <a:rPr lang="zh-CN" altLang="en-US" dirty="0">
                <a:latin typeface="微软雅黑" charset="0"/>
                <a:ea typeface="微软雅黑" charset="0"/>
              </a:rPr>
              <a:t>：</a:t>
            </a:r>
          </a:p>
          <a:p>
            <a:pPr lvl="2" algn="just">
              <a:buFont typeface="Arial" panose="020B0604020202020204" pitchFamily="34" charset="0"/>
              <a:buNone/>
            </a:pPr>
            <a:r>
              <a:rPr lang="en-US" altLang="zh-CN" sz="1600" dirty="0">
                <a:latin typeface="微软雅黑" charset="0"/>
                <a:ea typeface="微软雅黑" charset="0"/>
              </a:rPr>
              <a:t>$ ../configure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-–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prefix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=</a:t>
            </a:r>
            <a:r>
              <a:rPr lang="en-US" altLang="zh-CN" sz="16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$(</a:t>
            </a:r>
            <a:r>
              <a:rPr lang="en-US" altLang="zh-CN" sz="1600" dirty="0" err="1">
                <a:solidFill>
                  <a:srgbClr val="FF0000"/>
                </a:solidFill>
                <a:latin typeface="微软雅黑" charset="0"/>
                <a:ea typeface="微软雅黑" charset="0"/>
              </a:rPr>
              <a:t>yourpath</a:t>
            </a:r>
            <a:r>
              <a:rPr lang="en-US" altLang="zh-CN" sz="16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)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 –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target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list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=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riscv64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 err="1">
                <a:latin typeface="微软雅黑" charset="0"/>
                <a:ea typeface="微软雅黑" charset="0"/>
              </a:rPr>
              <a:t>linux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user</a:t>
            </a:r>
            <a:endParaRPr lang="en-US" altLang="zh-CN" sz="2200" dirty="0">
              <a:latin typeface="微软雅黑" charset="0"/>
              <a:ea typeface="微软雅黑" charset="0"/>
            </a:endParaRPr>
          </a:p>
          <a:p>
            <a:pPr lvl="2"/>
            <a:r>
              <a:rPr lang="zh-CN" altLang="en-US" dirty="0">
                <a:latin typeface="微软雅黑" charset="0"/>
                <a:ea typeface="微软雅黑" charset="0"/>
              </a:rPr>
              <a:t>也可以两种模式一并安装（推荐）：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 ../configure 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-–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prefix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57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$(</a:t>
            </a:r>
            <a:r>
              <a:rPr lang="en-US" altLang="zh-CN" sz="157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yourpath</a:t>
            </a:r>
            <a:r>
              <a:rPr lang="en-US" altLang="zh-CN" sz="157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riscv64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softmmu,riscv64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7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5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zh-CN" altLang="en-US" sz="157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注意逗号后面</a:t>
            </a:r>
            <a:r>
              <a:rPr lang="zh-CN" altLang="en-US" sz="1570">
                <a:solidFill>
                  <a:srgbClr val="FF0000"/>
                </a:solidFill>
                <a:latin typeface="微软雅黑" charset="0"/>
                <a:ea typeface="微软雅黑" charset="0"/>
              </a:rPr>
              <a:t>没有空格</a:t>
            </a:r>
            <a:endParaRPr lang="zh-CN" altLang="zh-CN" sz="157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941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57A6850-CBD1-4E83-91CE-5494FDF97454}"/>
              </a:ext>
            </a:extLst>
          </p:cNvPr>
          <p:cNvSpPr txBox="1">
            <a:spLocks/>
          </p:cNvSpPr>
          <p:nvPr/>
        </p:nvSpPr>
        <p:spPr>
          <a:xfrm>
            <a:off x="532507" y="185058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编译和安装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$ make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$ make install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如果提示没有操作权限，应当加上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76BB848-CF94-4ABA-8E51-7F7E34CB87F9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FE0056-18FB-42B4-A4E5-10FD67EC2FEC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62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5A40012-9F4F-447A-BB9B-CDF273E4F798}"/>
              </a:ext>
            </a:extLst>
          </p:cNvPr>
          <p:cNvSpPr txBox="1">
            <a:spLocks/>
          </p:cNvSpPr>
          <p:nvPr/>
        </p:nvSpPr>
        <p:spPr>
          <a:xfrm>
            <a:off x="532507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添加系统路径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以安装目录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为例，使用文本编辑工具（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gedit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等）打开配置文件：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$ vi ~/.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在文件末尾添加（红色部分替换为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安装路径）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$ export PATH=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2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riscv-qemu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/bin:$PATH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查看版本信息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$ qemu-system-riscv64 –version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zh-CN" altLang="zh-CN" sz="2200" dirty="0">
                <a:latin typeface="微软雅黑" charset="0"/>
                <a:ea typeface="微软雅黑" charset="0"/>
              </a:rPr>
              <a:t>		</a:t>
            </a:r>
            <a:r>
              <a:rPr lang="en-US" altLang="zh-CN" sz="2200" dirty="0">
                <a:latin typeface="微软雅黑" charset="0"/>
                <a:ea typeface="微软雅黑" charset="0"/>
              </a:rPr>
              <a:t>$ </a:t>
            </a:r>
            <a:r>
              <a:rPr lang="en-US" altLang="zh-CN" sz="2200" dirty="0" err="1">
                <a:latin typeface="微软雅黑" charset="0"/>
                <a:ea typeface="微软雅黑" charset="0"/>
              </a:rPr>
              <a:t>qemu</a:t>
            </a:r>
            <a:r>
              <a:rPr lang="zh-CN" altLang="en-US" sz="2200" dirty="0">
                <a:latin typeface="微软雅黑" charset="0"/>
                <a:ea typeface="微软雅黑" charset="0"/>
              </a:rPr>
              <a:t>-</a:t>
            </a:r>
            <a:r>
              <a:rPr lang="en-US" altLang="zh-CN" sz="2200" dirty="0">
                <a:latin typeface="微软雅黑" charset="0"/>
                <a:ea typeface="微软雅黑" charset="0"/>
              </a:rPr>
              <a:t>riscv64 –version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C471BC2-2667-4D30-AD4A-4B2D82423C3F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D5826-DA64-45C4-81E2-826F48663103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9733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26F7D6E-3777-4C6D-9DFD-4584215D81E9}"/>
              </a:ext>
            </a:extLst>
          </p:cNvPr>
          <p:cNvSpPr txBox="1">
            <a:spLocks/>
          </p:cNvSpPr>
          <p:nvPr/>
        </p:nvSpPr>
        <p:spPr>
          <a:xfrm>
            <a:off x="417277" y="1625503"/>
            <a:ext cx="11178847" cy="475029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 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的源码是非开源的，一般可以直接下载它的可执行版本使用。获取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 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可执行版本的途径一般有：</a:t>
            </a:r>
          </a:p>
          <a:p>
            <a:pPr lvl="2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occ.t-head.cn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芯片开放社区获取，免费注册后即可下载，提供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两种版本可选择。下载地址为：</a:t>
            </a:r>
          </a:p>
          <a:p>
            <a:pPr marL="914400" lvl="2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https://occ.t-head.cn/community/download?id=636946310057951232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</a:rPr>
              <a:t>建议在</a:t>
            </a:r>
            <a:r>
              <a:rPr lang="en-US" altLang="zh-CN" dirty="0">
                <a:latin typeface="微软雅黑" charset="0"/>
                <a:ea typeface="微软雅黑" charset="0"/>
              </a:rPr>
              <a:t>Ubuntu16.04</a:t>
            </a:r>
            <a:r>
              <a:rPr lang="zh-CN" altLang="en-US" dirty="0">
                <a:latin typeface="微软雅黑" charset="0"/>
                <a:ea typeface="微软雅黑" charset="0"/>
              </a:rPr>
              <a:t>环境下使用</a:t>
            </a:r>
            <a:r>
              <a:rPr lang="en-US" altLang="zh-CN" dirty="0">
                <a:latin typeface="微软雅黑" charset="0"/>
                <a:ea typeface="微软雅黑" charset="0"/>
              </a:rPr>
              <a:t>C</a:t>
            </a:r>
            <a:r>
              <a:rPr lang="zh-CN" altLang="en-US" dirty="0">
                <a:latin typeface="微软雅黑" charset="0"/>
                <a:ea typeface="微软雅黑" charset="0"/>
              </a:rPr>
              <a:t>-</a:t>
            </a:r>
            <a:r>
              <a:rPr lang="en-US" altLang="zh-CN" dirty="0">
                <a:latin typeface="微软雅黑" charset="0"/>
                <a:ea typeface="微软雅黑" charset="0"/>
              </a:rPr>
              <a:t>SKY QEMU</a:t>
            </a:r>
            <a:r>
              <a:rPr lang="zh-CN" altLang="en-US" dirty="0">
                <a:latin typeface="微软雅黑" charset="0"/>
                <a:ea typeface="微软雅黑" charset="0"/>
              </a:rPr>
              <a:t>，</a:t>
            </a:r>
            <a:r>
              <a:rPr lang="en-US" altLang="zh-CN" dirty="0">
                <a:latin typeface="微软雅黑" charset="0"/>
                <a:ea typeface="微软雅黑" charset="0"/>
              </a:rPr>
              <a:t>Ubuntu20.04</a:t>
            </a:r>
            <a:r>
              <a:rPr lang="zh-CN" altLang="en-US" dirty="0">
                <a:latin typeface="微软雅黑" charset="0"/>
                <a:ea typeface="微软雅黑" charset="0"/>
              </a:rPr>
              <a:t>版本经验证也可以使用，但可能需要额外安装一些动态库。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C-SKY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的工具套装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后，可以直接在安装路径下面的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文件夹里找到。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CDS/CDK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occ.t-head.cn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社区中可以下载，默认安装环境为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DD88F29-29ED-4D68-8DC1-B86BF35EAB92}"/>
              </a:ext>
            </a:extLst>
          </p:cNvPr>
          <p:cNvSpPr txBox="1"/>
          <p:nvPr/>
        </p:nvSpPr>
        <p:spPr>
          <a:xfrm>
            <a:off x="532507" y="264156"/>
            <a:ext cx="7550983" cy="50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r>
              <a:rPr lang="zh-CN" altLang="en-US" sz="3600" dirty="0">
                <a:solidFill>
                  <a:srgbClr val="16263D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体系结构模拟器</a:t>
            </a:r>
            <a:endParaRPr lang="en-US" altLang="zh-CN" sz="3600" dirty="0">
              <a:solidFill>
                <a:srgbClr val="16263D"/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A1FFD7-6718-46CF-9EC2-7E9645CE6A8A}"/>
              </a:ext>
            </a:extLst>
          </p:cNvPr>
          <p:cNvSpPr txBox="1"/>
          <p:nvPr/>
        </p:nvSpPr>
        <p:spPr>
          <a:xfrm>
            <a:off x="417277" y="1098068"/>
            <a:ext cx="3205154" cy="368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C-SKY QEMU</a:t>
            </a:r>
            <a:r>
              <a:rPr kumimoji="1" lang="zh-CN" altLang="en-US" sz="2000" b="1" dirty="0">
                <a:solidFill>
                  <a:srgbClr val="1626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1" lang="en-US" altLang="zh-CN" sz="2000" b="1" dirty="0">
              <a:solidFill>
                <a:srgbClr val="1626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265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F0BB9945-EA3D-464C-82CB-57C844A8F60E}"/>
              </a:ext>
            </a:extLst>
          </p:cNvPr>
          <p:cNvSpPr txBox="1">
            <a:spLocks/>
          </p:cNvSpPr>
          <p:nvPr/>
        </p:nvSpPr>
        <p:spPr>
          <a:xfrm>
            <a:off x="2744448" y="2942456"/>
            <a:ext cx="6202736" cy="973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i="0" kern="1200">
                <a:solidFill>
                  <a:srgbClr val="222A35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6000">
                <a:solidFill>
                  <a:schemeClr val="tx1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cs typeface="Times New Roman" panose="02020603050405020304" pitchFamily="18" charset="0"/>
              </a:rPr>
              <a:t>谢谢观看！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360E12-FEAB-4F12-8444-7A6203BC4A85}"/>
              </a:ext>
            </a:extLst>
          </p:cNvPr>
          <p:cNvSpPr/>
          <p:nvPr/>
        </p:nvSpPr>
        <p:spPr>
          <a:xfrm>
            <a:off x="2" y="634667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F3FCB3-2C3B-4013-A4AA-52F66370C76F}"/>
              </a:ext>
            </a:extLst>
          </p:cNvPr>
          <p:cNvSpPr/>
          <p:nvPr/>
        </p:nvSpPr>
        <p:spPr>
          <a:xfrm>
            <a:off x="3942826" y="634667"/>
            <a:ext cx="8249173" cy="28738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0B35C9-FEB7-4D79-9B41-E8824BAB907E}"/>
              </a:ext>
            </a:extLst>
          </p:cNvPr>
          <p:cNvCxnSpPr/>
          <p:nvPr/>
        </p:nvCxnSpPr>
        <p:spPr>
          <a:xfrm>
            <a:off x="3045172" y="4079572"/>
            <a:ext cx="560128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 descr="三维动画制作公司-宣传片制作公司-上海简凡数字传媒">
            <a:extLst>
              <a:ext uri="{FF2B5EF4-FFF2-40B4-BE49-F238E27FC236}">
                <a16:creationId xmlns:a16="http://schemas.microsoft.com/office/drawing/2014/main" id="{23E31F5F-8BBD-467D-ACD9-2180D3806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499" y="40358"/>
            <a:ext cx="2700000" cy="14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173633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30000"/>
          </a:lnSpc>
          <a:defRPr kumimoji="1" sz="2000" dirty="0" smtClean="0">
            <a:solidFill>
              <a:srgbClr val="16263D"/>
            </a:solidFill>
            <a:latin typeface="Source Han Sans CN" panose="020B0500000000000000" pitchFamily="34" charset="-128"/>
            <a:ea typeface="Source Han Sans CN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22724</TotalTime>
  <Words>2792</Words>
  <Application>Microsoft Office PowerPoint</Application>
  <PresentationFormat>宽屏</PresentationFormat>
  <Paragraphs>257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等线</vt:lpstr>
      <vt:lpstr>等线 Light</vt:lpstr>
      <vt:lpstr>方正小标宋简体</vt:lpstr>
      <vt:lpstr>Microsoft YaHei</vt:lpstr>
      <vt:lpstr>Microsoft YaHei</vt:lpstr>
      <vt:lpstr>Arial</vt:lpstr>
      <vt:lpstr>Consolas</vt:lpstr>
      <vt:lpstr>Times New Roman</vt:lpstr>
      <vt:lpstr>Wingdings</vt:lpstr>
      <vt:lpstr>webwppDefTheme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ChenKaiqi</cp:lastModifiedBy>
  <cp:revision>380</cp:revision>
  <dcterms:created xsi:type="dcterms:W3CDTF">2020-12-29T05:40:09Z</dcterms:created>
  <dcterms:modified xsi:type="dcterms:W3CDTF">2025-02-27T13:31:58Z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